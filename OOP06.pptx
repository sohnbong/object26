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aveSubsetFonts="1">
  <p:sldMasterIdLst>
    <p:sldMasterId id="2147483655" r:id="rId1"/>
  </p:sldMasterIdLst>
  <p:sldIdLst>
    <p:sldId id="256" r:id="rId2"/>
    <p:sldId id="377" r:id="rId3"/>
    <p:sldId id="378" r:id="rId4"/>
    <p:sldId id="379" r:id="rId5"/>
    <p:sldId id="380" r:id="rId6"/>
    <p:sldId id="381" r:id="rId7"/>
    <p:sldId id="382" r:id="rId8"/>
    <p:sldId id="383" r:id="rId9"/>
    <p:sldId id="384" r:id="rId10"/>
    <p:sldId id="385" r:id="rId11"/>
    <p:sldId id="386" r:id="rId12"/>
    <p:sldId id="387" r:id="rId13"/>
    <p:sldId id="388" r:id="rId14"/>
  </p:sldIdLst>
  <p:sldSz cx="9144000" cy="6858000" type="screen4x3"/>
  <p:notesSz cx="6858000" cy="9144000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17" autoAdjust="0"/>
    <p:restoredTop sz="94658"/>
  </p:normalViewPr>
  <p:slideViewPr>
    <p:cSldViewPr>
      <p:cViewPr varScale="1">
        <p:scale>
          <a:sx n="120" d="100"/>
          <a:sy n="120" d="100"/>
        </p:scale>
        <p:origin x="194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AC3DDDD-32F7-AACC-0247-1F9C34C757DE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8763" cy="6858000"/>
            <a:chOff x="0" y="0"/>
            <a:chExt cx="5763" cy="4320"/>
          </a:xfrm>
        </p:grpSpPr>
        <p:sp>
          <p:nvSpPr>
            <p:cNvPr id="3" name="Rectangle 3">
              <a:extLst>
                <a:ext uri="{FF2B5EF4-FFF2-40B4-BE49-F238E27FC236}">
                  <a16:creationId xmlns:a16="http://schemas.microsoft.com/office/drawing/2014/main" id="{5FB855C3-3F44-A750-C468-2F5EE59BF0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499" cy="195"/>
            </a:xfrm>
            <a:prstGeom prst="rect">
              <a:avLst/>
            </a:prstGeom>
            <a:solidFill>
              <a:schemeClr val="accent1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B50007DB-1FEF-334C-2493-561B6492B7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4223"/>
              <a:ext cx="4080" cy="97"/>
            </a:xfrm>
            <a:prstGeom prst="rect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accent1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DE0A623B-8DCE-4B88-B632-9F9314069B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0" y="1248"/>
              <a:ext cx="240" cy="2688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gamma/>
                    <a:tint val="0"/>
                    <a:invGamma/>
                  </a:schemeClr>
                </a:gs>
                <a:gs pos="100000">
                  <a:schemeClr val="accent2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2EE375BC-15BF-18A7-381B-860F68F6FD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312"/>
              <a:ext cx="243" cy="96"/>
            </a:xfrm>
            <a:prstGeom prst="rect">
              <a:avLst/>
            </a:prstGeom>
            <a:solidFill>
              <a:schemeClr val="hlink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7" name="Rectangle 7">
              <a:extLst>
                <a:ext uri="{FF2B5EF4-FFF2-40B4-BE49-F238E27FC236}">
                  <a16:creationId xmlns:a16="http://schemas.microsoft.com/office/drawing/2014/main" id="{B0DB9692-0B56-D52A-6F09-9FBEE50B0A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417"/>
              <a:ext cx="243" cy="903"/>
            </a:xfrm>
            <a:prstGeom prst="rect">
              <a:avLst/>
            </a:prstGeom>
            <a:solidFill>
              <a:srgbClr val="DDDDDD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8" name="Rectangle 8">
              <a:extLst>
                <a:ext uri="{FF2B5EF4-FFF2-40B4-BE49-F238E27FC236}">
                  <a16:creationId xmlns:a16="http://schemas.microsoft.com/office/drawing/2014/main" id="{4FCCB649-75CA-1FC4-2283-335EBA59E9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0" y="0"/>
              <a:ext cx="240" cy="1248"/>
            </a:xfrm>
            <a:prstGeom prst="rect">
              <a:avLst/>
            </a:prstGeom>
            <a:solidFill>
              <a:srgbClr val="FF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9" name="Rectangle 9">
              <a:extLst>
                <a:ext uri="{FF2B5EF4-FFF2-40B4-BE49-F238E27FC236}">
                  <a16:creationId xmlns:a16="http://schemas.microsoft.com/office/drawing/2014/main" id="{C64EDB75-6ABA-C4C7-298F-22D9623534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0"/>
              <a:ext cx="1920" cy="192"/>
            </a:xfrm>
            <a:prstGeom prst="rect">
              <a:avLst/>
            </a:prstGeom>
            <a:gradFill rotWithShape="0">
              <a:gsLst>
                <a:gs pos="0">
                  <a:schemeClr val="folHlink">
                    <a:gamma/>
                    <a:tint val="33725"/>
                    <a:invGamma/>
                  </a:schemeClr>
                </a:gs>
                <a:gs pos="100000">
                  <a:schemeClr val="folHlink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10" name="Rectangle 10">
              <a:extLst>
                <a:ext uri="{FF2B5EF4-FFF2-40B4-BE49-F238E27FC236}">
                  <a16:creationId xmlns:a16="http://schemas.microsoft.com/office/drawing/2014/main" id="{02D36634-6006-40FA-2527-71B0062CC3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" y="188"/>
              <a:ext cx="243" cy="472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11" name="Rectangle 11">
              <a:extLst>
                <a:ext uri="{FF2B5EF4-FFF2-40B4-BE49-F238E27FC236}">
                  <a16:creationId xmlns:a16="http://schemas.microsoft.com/office/drawing/2014/main" id="{173B629E-F120-939C-AF27-DEFA6572A2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664"/>
              <a:ext cx="243" cy="2637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folHlink">
                    <a:gamma/>
                    <a:tint val="0"/>
                    <a:invGamma/>
                  </a:schemeClr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12" name="Rectangle 12">
              <a:extLst>
                <a:ext uri="{FF2B5EF4-FFF2-40B4-BE49-F238E27FC236}">
                  <a16:creationId xmlns:a16="http://schemas.microsoft.com/office/drawing/2014/main" id="{446C97D0-C860-14E9-D765-F5B2D454361D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4" y="188"/>
              <a:ext cx="243" cy="472"/>
            </a:xfrm>
            <a:prstGeom prst="rect">
              <a:avLst/>
            </a:prstGeom>
            <a:solidFill>
              <a:srgbClr val="FF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13" name="Rectangle 13">
              <a:extLst>
                <a:ext uri="{FF2B5EF4-FFF2-40B4-BE49-F238E27FC236}">
                  <a16:creationId xmlns:a16="http://schemas.microsoft.com/office/drawing/2014/main" id="{32217774-6F02-4B13-D609-36CA1240EF27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495" y="0"/>
              <a:ext cx="3105" cy="186"/>
            </a:xfrm>
            <a:prstGeom prst="rect">
              <a:avLst/>
            </a:prstGeom>
            <a:solidFill>
              <a:srgbClr val="FF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14" name="Line 14">
              <a:extLst>
                <a:ext uri="{FF2B5EF4-FFF2-40B4-BE49-F238E27FC236}">
                  <a16:creationId xmlns:a16="http://schemas.microsoft.com/office/drawing/2014/main" id="{0A430C7F-4DA3-B05D-43C2-2B01761B4B6E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254" y="192"/>
              <a:ext cx="0" cy="4128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5" name="Line 15">
              <a:extLst>
                <a:ext uri="{FF2B5EF4-FFF2-40B4-BE49-F238E27FC236}">
                  <a16:creationId xmlns:a16="http://schemas.microsoft.com/office/drawing/2014/main" id="{32F28CD0-C9E7-3735-00A2-31A468A05F5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254" y="4224"/>
              <a:ext cx="5509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6" name="Line 16">
              <a:extLst>
                <a:ext uri="{FF2B5EF4-FFF2-40B4-BE49-F238E27FC236}">
                  <a16:creationId xmlns:a16="http://schemas.microsoft.com/office/drawing/2014/main" id="{F4B70443-C218-A200-2638-3D58CB8C5968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5520" y="0"/>
              <a:ext cx="0" cy="4224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7" name="Line 17">
              <a:extLst>
                <a:ext uri="{FF2B5EF4-FFF2-40B4-BE49-F238E27FC236}">
                  <a16:creationId xmlns:a16="http://schemas.microsoft.com/office/drawing/2014/main" id="{D4764DFA-ADB4-5AE0-4265-7B422DA82102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0" y="200"/>
              <a:ext cx="5760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8" name="Line 18">
              <a:extLst>
                <a:ext uri="{FF2B5EF4-FFF2-40B4-BE49-F238E27FC236}">
                  <a16:creationId xmlns:a16="http://schemas.microsoft.com/office/drawing/2014/main" id="{EED29EAA-C74F-1756-C154-B2F762B7E1DA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3601" y="279"/>
              <a:ext cx="216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9" name="Line 19">
              <a:extLst>
                <a:ext uri="{FF2B5EF4-FFF2-40B4-BE49-F238E27FC236}">
                  <a16:creationId xmlns:a16="http://schemas.microsoft.com/office/drawing/2014/main" id="{36AB7A3E-350E-2F43-CD35-65D6BC0BD66B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3600" y="0"/>
              <a:ext cx="0" cy="288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20" name="Line 20">
              <a:extLst>
                <a:ext uri="{FF2B5EF4-FFF2-40B4-BE49-F238E27FC236}">
                  <a16:creationId xmlns:a16="http://schemas.microsoft.com/office/drawing/2014/main" id="{1955A17E-848B-8D85-8941-5DA019EC147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520" y="1248"/>
              <a:ext cx="24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21" name="Line 21">
              <a:extLst>
                <a:ext uri="{FF2B5EF4-FFF2-40B4-BE49-F238E27FC236}">
                  <a16:creationId xmlns:a16="http://schemas.microsoft.com/office/drawing/2014/main" id="{10908323-4714-FA52-6088-16B248FB00BE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07" y="0"/>
              <a:ext cx="0" cy="672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22" name="Line 22">
              <a:extLst>
                <a:ext uri="{FF2B5EF4-FFF2-40B4-BE49-F238E27FC236}">
                  <a16:creationId xmlns:a16="http://schemas.microsoft.com/office/drawing/2014/main" id="{A28440BA-944D-431A-50C6-657B26603A3F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 flipV="1">
              <a:off x="0" y="660"/>
              <a:ext cx="495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23" name="Line 23">
              <a:extLst>
                <a:ext uri="{FF2B5EF4-FFF2-40B4-BE49-F238E27FC236}">
                  <a16:creationId xmlns:a16="http://schemas.microsoft.com/office/drawing/2014/main" id="{A83DAB85-C779-F747-E01A-F84B12CEC93A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1673" y="3929"/>
              <a:ext cx="0" cy="39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24" name="Line 24">
              <a:extLst>
                <a:ext uri="{FF2B5EF4-FFF2-40B4-BE49-F238E27FC236}">
                  <a16:creationId xmlns:a16="http://schemas.microsoft.com/office/drawing/2014/main" id="{BB6B3F48-BE28-E991-1A22-8D9F1AC138AD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664" y="3932"/>
              <a:ext cx="4096" cy="3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25" name="Line 25">
              <a:extLst>
                <a:ext uri="{FF2B5EF4-FFF2-40B4-BE49-F238E27FC236}">
                  <a16:creationId xmlns:a16="http://schemas.microsoft.com/office/drawing/2014/main" id="{3B425CD8-4509-F33D-5671-990E552F4669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0" y="3312"/>
              <a:ext cx="263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26" name="Line 26">
              <a:extLst>
                <a:ext uri="{FF2B5EF4-FFF2-40B4-BE49-F238E27FC236}">
                  <a16:creationId xmlns:a16="http://schemas.microsoft.com/office/drawing/2014/main" id="{057486A9-0BB8-78B9-320D-96983C94DF6A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0" y="3408"/>
              <a:ext cx="263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</p:grpSp>
      <p:sp>
        <p:nvSpPr>
          <p:cNvPr id="11291" name="Rectangle 27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11292" name="Rectangle 28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/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27" name="Rectangle 29">
            <a:extLst>
              <a:ext uri="{FF2B5EF4-FFF2-40B4-BE49-F238E27FC236}">
                <a16:creationId xmlns:a16="http://schemas.microsoft.com/office/drawing/2014/main" id="{1A443186-78A3-6F1C-8DB2-35F0D38D3798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8" name="Rectangle 30">
            <a:extLst>
              <a:ext uri="{FF2B5EF4-FFF2-40B4-BE49-F238E27FC236}">
                <a16:creationId xmlns:a16="http://schemas.microsoft.com/office/drawing/2014/main" id="{96CDC1D5-D8C1-BE90-BEA8-0BB21E004FF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9" name="Rectangle 31">
            <a:extLst>
              <a:ext uri="{FF2B5EF4-FFF2-40B4-BE49-F238E27FC236}">
                <a16:creationId xmlns:a16="http://schemas.microsoft.com/office/drawing/2014/main" id="{11D3DA9E-B452-C020-84D9-84D54F21027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725481F-C3AC-7342-9748-9A69F18D21A4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07816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29">
            <a:extLst>
              <a:ext uri="{FF2B5EF4-FFF2-40B4-BE49-F238E27FC236}">
                <a16:creationId xmlns:a16="http://schemas.microsoft.com/office/drawing/2014/main" id="{91B8EF69-F459-3C1C-161C-4E6343E4246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5E45AB08-BD0C-EB62-8CE2-F738FE0D6C4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1">
            <a:extLst>
              <a:ext uri="{FF2B5EF4-FFF2-40B4-BE49-F238E27FC236}">
                <a16:creationId xmlns:a16="http://schemas.microsoft.com/office/drawing/2014/main" id="{5BCCD7CA-6AB2-92C3-D48F-718E4D2C62A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263D284-247C-9B47-9CA0-FF437B4B1405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21595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29">
            <a:extLst>
              <a:ext uri="{FF2B5EF4-FFF2-40B4-BE49-F238E27FC236}">
                <a16:creationId xmlns:a16="http://schemas.microsoft.com/office/drawing/2014/main" id="{62740B3A-9104-2F81-A5D0-769DF61519B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CDEF7710-B832-57B8-F543-20F4090F1AC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1">
            <a:extLst>
              <a:ext uri="{FF2B5EF4-FFF2-40B4-BE49-F238E27FC236}">
                <a16:creationId xmlns:a16="http://schemas.microsoft.com/office/drawing/2014/main" id="{4AD98034-61F8-C2EE-0A80-C7F3D684BCA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DBA4350-D393-334E-BB41-8F46EBD8DE7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24867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29">
            <a:extLst>
              <a:ext uri="{FF2B5EF4-FFF2-40B4-BE49-F238E27FC236}">
                <a16:creationId xmlns:a16="http://schemas.microsoft.com/office/drawing/2014/main" id="{58680675-A509-3CEB-D007-CE4B209A50A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0">
            <a:extLst>
              <a:ext uri="{FF2B5EF4-FFF2-40B4-BE49-F238E27FC236}">
                <a16:creationId xmlns:a16="http://schemas.microsoft.com/office/drawing/2014/main" id="{D22FDE41-160A-5FA5-20F6-0F20419070F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31">
            <a:extLst>
              <a:ext uri="{FF2B5EF4-FFF2-40B4-BE49-F238E27FC236}">
                <a16:creationId xmlns:a16="http://schemas.microsoft.com/office/drawing/2014/main" id="{158F3778-A72F-EC4A-48FF-F8049F55C95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01AB20-A473-9A4F-AC0F-C96870C6FFDC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07900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29">
            <a:extLst>
              <a:ext uri="{FF2B5EF4-FFF2-40B4-BE49-F238E27FC236}">
                <a16:creationId xmlns:a16="http://schemas.microsoft.com/office/drawing/2014/main" id="{05A20568-6EB1-C4F2-B325-9CEF8F65FA5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30">
            <a:extLst>
              <a:ext uri="{FF2B5EF4-FFF2-40B4-BE49-F238E27FC236}">
                <a16:creationId xmlns:a16="http://schemas.microsoft.com/office/drawing/2014/main" id="{77E95D7A-2BE7-0316-1CEC-18501E36BDE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31">
            <a:extLst>
              <a:ext uri="{FF2B5EF4-FFF2-40B4-BE49-F238E27FC236}">
                <a16:creationId xmlns:a16="http://schemas.microsoft.com/office/drawing/2014/main" id="{77057E8D-CC4B-8A8F-E344-AE6B218C3F3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9AD639E-9F8E-3643-8712-E647BE42E8B5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08216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29">
            <a:extLst>
              <a:ext uri="{FF2B5EF4-FFF2-40B4-BE49-F238E27FC236}">
                <a16:creationId xmlns:a16="http://schemas.microsoft.com/office/drawing/2014/main" id="{8A6B0266-8115-B60F-463A-1DF9D68774E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30">
            <a:extLst>
              <a:ext uri="{FF2B5EF4-FFF2-40B4-BE49-F238E27FC236}">
                <a16:creationId xmlns:a16="http://schemas.microsoft.com/office/drawing/2014/main" id="{E525E4FC-0EFC-D760-51D8-0AD5241F749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1">
            <a:extLst>
              <a:ext uri="{FF2B5EF4-FFF2-40B4-BE49-F238E27FC236}">
                <a16:creationId xmlns:a16="http://schemas.microsoft.com/office/drawing/2014/main" id="{74D6A5EA-DF0A-A35D-DF3F-168630E7400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33FEA7A-4D9B-AE47-8190-9C4C0CC2C06D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517366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9">
            <a:extLst>
              <a:ext uri="{FF2B5EF4-FFF2-40B4-BE49-F238E27FC236}">
                <a16:creationId xmlns:a16="http://schemas.microsoft.com/office/drawing/2014/main" id="{83EFAAC8-F6DC-AC75-5575-493D832AB1B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30">
            <a:extLst>
              <a:ext uri="{FF2B5EF4-FFF2-40B4-BE49-F238E27FC236}">
                <a16:creationId xmlns:a16="http://schemas.microsoft.com/office/drawing/2014/main" id="{5E7E848F-B028-2A06-D4BC-99468539C96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31">
            <a:extLst>
              <a:ext uri="{FF2B5EF4-FFF2-40B4-BE49-F238E27FC236}">
                <a16:creationId xmlns:a16="http://schemas.microsoft.com/office/drawing/2014/main" id="{5C4B30B3-C834-7BEC-F82B-D997798C80B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4B6B319-581A-8C44-8A47-E296E7E98190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65845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29">
            <a:extLst>
              <a:ext uri="{FF2B5EF4-FFF2-40B4-BE49-F238E27FC236}">
                <a16:creationId xmlns:a16="http://schemas.microsoft.com/office/drawing/2014/main" id="{C83CA225-3F90-F8B0-7931-B2674C287F3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0">
            <a:extLst>
              <a:ext uri="{FF2B5EF4-FFF2-40B4-BE49-F238E27FC236}">
                <a16:creationId xmlns:a16="http://schemas.microsoft.com/office/drawing/2014/main" id="{1080D2C5-37EB-0714-71DD-2623FDAF987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31">
            <a:extLst>
              <a:ext uri="{FF2B5EF4-FFF2-40B4-BE49-F238E27FC236}">
                <a16:creationId xmlns:a16="http://schemas.microsoft.com/office/drawing/2014/main" id="{3B4F74ED-1D94-45F9-A15E-34190E98C11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03F215B-1733-C54E-A15D-686945346D61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986816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29">
            <a:extLst>
              <a:ext uri="{FF2B5EF4-FFF2-40B4-BE49-F238E27FC236}">
                <a16:creationId xmlns:a16="http://schemas.microsoft.com/office/drawing/2014/main" id="{528BE0EF-341D-9998-0CF2-58236D0F324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0">
            <a:extLst>
              <a:ext uri="{FF2B5EF4-FFF2-40B4-BE49-F238E27FC236}">
                <a16:creationId xmlns:a16="http://schemas.microsoft.com/office/drawing/2014/main" id="{9BDE04B0-F656-F74D-62CC-96660574C6D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31">
            <a:extLst>
              <a:ext uri="{FF2B5EF4-FFF2-40B4-BE49-F238E27FC236}">
                <a16:creationId xmlns:a16="http://schemas.microsoft.com/office/drawing/2014/main" id="{5885FF53-EB0F-9F3D-AAF8-257F21FD5B1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4655FDD-2869-5143-B596-7947C4FEA209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30806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29">
            <a:extLst>
              <a:ext uri="{FF2B5EF4-FFF2-40B4-BE49-F238E27FC236}">
                <a16:creationId xmlns:a16="http://schemas.microsoft.com/office/drawing/2014/main" id="{651F6605-77FC-3EF3-248D-19D9DA43DC4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F17755C5-C117-590A-DE03-C1BC67FD488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1">
            <a:extLst>
              <a:ext uri="{FF2B5EF4-FFF2-40B4-BE49-F238E27FC236}">
                <a16:creationId xmlns:a16="http://schemas.microsoft.com/office/drawing/2014/main" id="{2E5F262D-A458-35EB-6F07-5B573878E97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6F65954-6C31-D449-8F2B-3515A7D038CD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90834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29">
            <a:extLst>
              <a:ext uri="{FF2B5EF4-FFF2-40B4-BE49-F238E27FC236}">
                <a16:creationId xmlns:a16="http://schemas.microsoft.com/office/drawing/2014/main" id="{E970C63D-91C3-6612-211C-774C19AB261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2353BF4E-A977-D6CF-2142-42469ACF87C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1">
            <a:extLst>
              <a:ext uri="{FF2B5EF4-FFF2-40B4-BE49-F238E27FC236}">
                <a16:creationId xmlns:a16="http://schemas.microsoft.com/office/drawing/2014/main" id="{1D0C4F76-CDA8-B724-AEFF-2D293914CFB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FC24F48-F00E-5C4B-A41A-B139B91987CE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526285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29">
            <a:extLst>
              <a:ext uri="{FF2B5EF4-FFF2-40B4-BE49-F238E27FC236}">
                <a16:creationId xmlns:a16="http://schemas.microsoft.com/office/drawing/2014/main" id="{93FC14EA-0D47-8300-5E19-2ADF5A5181F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0">
            <a:extLst>
              <a:ext uri="{FF2B5EF4-FFF2-40B4-BE49-F238E27FC236}">
                <a16:creationId xmlns:a16="http://schemas.microsoft.com/office/drawing/2014/main" id="{BABDF521-AA94-F751-8A46-392FE3B0113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31">
            <a:extLst>
              <a:ext uri="{FF2B5EF4-FFF2-40B4-BE49-F238E27FC236}">
                <a16:creationId xmlns:a16="http://schemas.microsoft.com/office/drawing/2014/main" id="{466E8726-DD01-3EEA-E5BB-D4C94ADCFD3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20F4C15-BA68-B04D-A4B9-0CC0F3B01F22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068878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FFFFF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>
            <a:extLst>
              <a:ext uri="{FF2B5EF4-FFF2-40B4-BE49-F238E27FC236}">
                <a16:creationId xmlns:a16="http://schemas.microsoft.com/office/drawing/2014/main" id="{7C4D00BA-15CF-CADB-2535-41C7613FBCB4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8763" cy="6858000"/>
            <a:chOff x="0" y="0"/>
            <a:chExt cx="5763" cy="4320"/>
          </a:xfrm>
        </p:grpSpPr>
        <p:sp>
          <p:nvSpPr>
            <p:cNvPr id="10243" name="Rectangle 3">
              <a:extLst>
                <a:ext uri="{FF2B5EF4-FFF2-40B4-BE49-F238E27FC236}">
                  <a16:creationId xmlns:a16="http://schemas.microsoft.com/office/drawing/2014/main" id="{996AA93B-D0D1-F549-8398-F83A0E5034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499" cy="195"/>
            </a:xfrm>
            <a:prstGeom prst="rect">
              <a:avLst/>
            </a:prstGeom>
            <a:solidFill>
              <a:schemeClr val="accent1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44" name="Rectangle 4">
              <a:extLst>
                <a:ext uri="{FF2B5EF4-FFF2-40B4-BE49-F238E27FC236}">
                  <a16:creationId xmlns:a16="http://schemas.microsoft.com/office/drawing/2014/main" id="{6DBDC0F0-47D4-2496-7580-C95383B663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4223"/>
              <a:ext cx="4080" cy="97"/>
            </a:xfrm>
            <a:prstGeom prst="rect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accent1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45" name="Rectangle 5">
              <a:extLst>
                <a:ext uri="{FF2B5EF4-FFF2-40B4-BE49-F238E27FC236}">
                  <a16:creationId xmlns:a16="http://schemas.microsoft.com/office/drawing/2014/main" id="{D6A731B5-15B7-ADA6-D1A3-6121612DD0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0" y="1248"/>
              <a:ext cx="240" cy="2688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gamma/>
                    <a:tint val="0"/>
                    <a:invGamma/>
                  </a:schemeClr>
                </a:gs>
                <a:gs pos="100000">
                  <a:schemeClr val="accent2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46" name="Rectangle 6">
              <a:extLst>
                <a:ext uri="{FF2B5EF4-FFF2-40B4-BE49-F238E27FC236}">
                  <a16:creationId xmlns:a16="http://schemas.microsoft.com/office/drawing/2014/main" id="{28D32803-B376-84F6-D5CF-08FD386E1E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312"/>
              <a:ext cx="243" cy="96"/>
            </a:xfrm>
            <a:prstGeom prst="rect">
              <a:avLst/>
            </a:prstGeom>
            <a:solidFill>
              <a:schemeClr val="hlink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47" name="Rectangle 7">
              <a:extLst>
                <a:ext uri="{FF2B5EF4-FFF2-40B4-BE49-F238E27FC236}">
                  <a16:creationId xmlns:a16="http://schemas.microsoft.com/office/drawing/2014/main" id="{1E86D78E-B7E4-2BBC-D7BB-550B405BC4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417"/>
              <a:ext cx="243" cy="903"/>
            </a:xfrm>
            <a:prstGeom prst="rect">
              <a:avLst/>
            </a:prstGeom>
            <a:solidFill>
              <a:srgbClr val="DDDDDD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48" name="Rectangle 8">
              <a:extLst>
                <a:ext uri="{FF2B5EF4-FFF2-40B4-BE49-F238E27FC236}">
                  <a16:creationId xmlns:a16="http://schemas.microsoft.com/office/drawing/2014/main" id="{00D94F0F-AEA4-9CAC-1CE5-A7EEC8490A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0" y="0"/>
              <a:ext cx="240" cy="1248"/>
            </a:xfrm>
            <a:prstGeom prst="rect">
              <a:avLst/>
            </a:prstGeom>
            <a:solidFill>
              <a:srgbClr val="FF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49" name="Rectangle 9">
              <a:extLst>
                <a:ext uri="{FF2B5EF4-FFF2-40B4-BE49-F238E27FC236}">
                  <a16:creationId xmlns:a16="http://schemas.microsoft.com/office/drawing/2014/main" id="{DF6D57F6-8CDB-FA32-AB30-5256DB982C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0"/>
              <a:ext cx="1920" cy="192"/>
            </a:xfrm>
            <a:prstGeom prst="rect">
              <a:avLst/>
            </a:prstGeom>
            <a:gradFill rotWithShape="0">
              <a:gsLst>
                <a:gs pos="0">
                  <a:schemeClr val="folHlink">
                    <a:gamma/>
                    <a:tint val="33725"/>
                    <a:invGamma/>
                  </a:schemeClr>
                </a:gs>
                <a:gs pos="100000">
                  <a:schemeClr val="folHlink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50" name="Rectangle 10">
              <a:extLst>
                <a:ext uri="{FF2B5EF4-FFF2-40B4-BE49-F238E27FC236}">
                  <a16:creationId xmlns:a16="http://schemas.microsoft.com/office/drawing/2014/main" id="{48370283-B5B7-E610-B076-5FF6DFD883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" y="188"/>
              <a:ext cx="243" cy="472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51" name="Rectangle 11">
              <a:extLst>
                <a:ext uri="{FF2B5EF4-FFF2-40B4-BE49-F238E27FC236}">
                  <a16:creationId xmlns:a16="http://schemas.microsoft.com/office/drawing/2014/main" id="{6E62EA03-7E74-EF3E-79E1-036F6C1D59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664"/>
              <a:ext cx="243" cy="2637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folHlink">
                    <a:gamma/>
                    <a:tint val="0"/>
                    <a:invGamma/>
                  </a:schemeClr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52" name="Rectangle 12">
              <a:extLst>
                <a:ext uri="{FF2B5EF4-FFF2-40B4-BE49-F238E27FC236}">
                  <a16:creationId xmlns:a16="http://schemas.microsoft.com/office/drawing/2014/main" id="{D42D837A-503B-B73F-23A6-B3534CB48C1C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4" y="188"/>
              <a:ext cx="243" cy="472"/>
            </a:xfrm>
            <a:prstGeom prst="rect">
              <a:avLst/>
            </a:prstGeom>
            <a:solidFill>
              <a:srgbClr val="FF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53" name="Rectangle 13">
              <a:extLst>
                <a:ext uri="{FF2B5EF4-FFF2-40B4-BE49-F238E27FC236}">
                  <a16:creationId xmlns:a16="http://schemas.microsoft.com/office/drawing/2014/main" id="{D39A3198-55B5-4CBF-CAE0-48F47F20C359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495" y="0"/>
              <a:ext cx="3105" cy="186"/>
            </a:xfrm>
            <a:prstGeom prst="rect">
              <a:avLst/>
            </a:prstGeom>
            <a:solidFill>
              <a:srgbClr val="FF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54" name="Line 14">
              <a:extLst>
                <a:ext uri="{FF2B5EF4-FFF2-40B4-BE49-F238E27FC236}">
                  <a16:creationId xmlns:a16="http://schemas.microsoft.com/office/drawing/2014/main" id="{F11A5F89-81EF-EA18-8CB4-9AD539B0C041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254" y="192"/>
              <a:ext cx="0" cy="4128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55" name="Line 15">
              <a:extLst>
                <a:ext uri="{FF2B5EF4-FFF2-40B4-BE49-F238E27FC236}">
                  <a16:creationId xmlns:a16="http://schemas.microsoft.com/office/drawing/2014/main" id="{080546FF-1819-6E69-1373-F2FAD46E305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254" y="4224"/>
              <a:ext cx="5509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56" name="Line 16">
              <a:extLst>
                <a:ext uri="{FF2B5EF4-FFF2-40B4-BE49-F238E27FC236}">
                  <a16:creationId xmlns:a16="http://schemas.microsoft.com/office/drawing/2014/main" id="{89533FBE-35BB-750C-BD53-B83F18803F3F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5520" y="0"/>
              <a:ext cx="0" cy="4224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57" name="Line 17">
              <a:extLst>
                <a:ext uri="{FF2B5EF4-FFF2-40B4-BE49-F238E27FC236}">
                  <a16:creationId xmlns:a16="http://schemas.microsoft.com/office/drawing/2014/main" id="{398BD2DC-68A3-F6C7-7634-6116614F7F52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0" y="200"/>
              <a:ext cx="5760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58" name="Line 18">
              <a:extLst>
                <a:ext uri="{FF2B5EF4-FFF2-40B4-BE49-F238E27FC236}">
                  <a16:creationId xmlns:a16="http://schemas.microsoft.com/office/drawing/2014/main" id="{813F2F32-3512-CC20-878F-F40157D6594E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3601" y="279"/>
              <a:ext cx="216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59" name="Line 19">
              <a:extLst>
                <a:ext uri="{FF2B5EF4-FFF2-40B4-BE49-F238E27FC236}">
                  <a16:creationId xmlns:a16="http://schemas.microsoft.com/office/drawing/2014/main" id="{013EB4C5-F71E-6C36-6C1F-C519AB6921BE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3600" y="0"/>
              <a:ext cx="0" cy="288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60" name="Line 20">
              <a:extLst>
                <a:ext uri="{FF2B5EF4-FFF2-40B4-BE49-F238E27FC236}">
                  <a16:creationId xmlns:a16="http://schemas.microsoft.com/office/drawing/2014/main" id="{EB1342C9-14AC-E8A5-185C-D35E1B37DE6F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520" y="1248"/>
              <a:ext cx="24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61" name="Line 21">
              <a:extLst>
                <a:ext uri="{FF2B5EF4-FFF2-40B4-BE49-F238E27FC236}">
                  <a16:creationId xmlns:a16="http://schemas.microsoft.com/office/drawing/2014/main" id="{315B528E-4176-A501-EB03-54BE6A88DD1B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07" y="0"/>
              <a:ext cx="0" cy="672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62" name="Line 22">
              <a:extLst>
                <a:ext uri="{FF2B5EF4-FFF2-40B4-BE49-F238E27FC236}">
                  <a16:creationId xmlns:a16="http://schemas.microsoft.com/office/drawing/2014/main" id="{9DCE6ACF-6188-5F7E-47EB-29B17DB7EA0C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 flipV="1">
              <a:off x="0" y="660"/>
              <a:ext cx="495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63" name="Line 23">
              <a:extLst>
                <a:ext uri="{FF2B5EF4-FFF2-40B4-BE49-F238E27FC236}">
                  <a16:creationId xmlns:a16="http://schemas.microsoft.com/office/drawing/2014/main" id="{DAA8D834-5116-D14C-478F-8C2116544E49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1673" y="3929"/>
              <a:ext cx="0" cy="39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64" name="Line 24">
              <a:extLst>
                <a:ext uri="{FF2B5EF4-FFF2-40B4-BE49-F238E27FC236}">
                  <a16:creationId xmlns:a16="http://schemas.microsoft.com/office/drawing/2014/main" id="{1FBFE591-2342-5AA6-8021-4EFC9003F021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664" y="3932"/>
              <a:ext cx="4096" cy="3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65" name="Line 25">
              <a:extLst>
                <a:ext uri="{FF2B5EF4-FFF2-40B4-BE49-F238E27FC236}">
                  <a16:creationId xmlns:a16="http://schemas.microsoft.com/office/drawing/2014/main" id="{3FA4CE66-C254-0ED8-BC05-4F12BB004690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0" y="3312"/>
              <a:ext cx="263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66" name="Line 26">
              <a:extLst>
                <a:ext uri="{FF2B5EF4-FFF2-40B4-BE49-F238E27FC236}">
                  <a16:creationId xmlns:a16="http://schemas.microsoft.com/office/drawing/2014/main" id="{6A33A7F2-6DA9-DAA4-F0AC-68A492D45B16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0" y="3408"/>
              <a:ext cx="263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</p:grpSp>
      <p:sp>
        <p:nvSpPr>
          <p:cNvPr id="1027" name="Rectangle 27">
            <a:extLst>
              <a:ext uri="{FF2B5EF4-FFF2-40B4-BE49-F238E27FC236}">
                <a16:creationId xmlns:a16="http://schemas.microsoft.com/office/drawing/2014/main" id="{CB373BEE-C35A-BB24-010B-316746F23D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8" name="Rectangle 28">
            <a:extLst>
              <a:ext uri="{FF2B5EF4-FFF2-40B4-BE49-F238E27FC236}">
                <a16:creationId xmlns:a16="http://schemas.microsoft.com/office/drawing/2014/main" id="{4D8C63A5-CD66-45ED-8E4F-72C4E608D2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269" name="Rectangle 29">
            <a:extLst>
              <a:ext uri="{FF2B5EF4-FFF2-40B4-BE49-F238E27FC236}">
                <a16:creationId xmlns:a16="http://schemas.microsoft.com/office/drawing/2014/main" id="{EDFFE89F-97B0-60C9-8571-925F4F01C95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4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70" name="Rectangle 30">
            <a:extLst>
              <a:ext uri="{FF2B5EF4-FFF2-40B4-BE49-F238E27FC236}">
                <a16:creationId xmlns:a16="http://schemas.microsoft.com/office/drawing/2014/main" id="{52A84916-AB86-E795-2C12-7B806D1D680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4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71" name="Rectangle 31">
            <a:extLst>
              <a:ext uri="{FF2B5EF4-FFF2-40B4-BE49-F238E27FC236}">
                <a16:creationId xmlns:a16="http://schemas.microsoft.com/office/drawing/2014/main" id="{C8F1839A-7B2F-5601-AE39-D4882DCBA5D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1400"/>
            </a:lvl1pPr>
          </a:lstStyle>
          <a:p>
            <a:fld id="{E95779C9-1556-8849-AAD7-5092E236CE67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2" r:id="rId1"/>
    <p:sldLayoutId id="2147483981" r:id="rId2"/>
    <p:sldLayoutId id="2147483982" r:id="rId3"/>
    <p:sldLayoutId id="2147483983" r:id="rId4"/>
    <p:sldLayoutId id="2147483984" r:id="rId5"/>
    <p:sldLayoutId id="2147483985" r:id="rId6"/>
    <p:sldLayoutId id="2147483986" r:id="rId7"/>
    <p:sldLayoutId id="2147483987" r:id="rId8"/>
    <p:sldLayoutId id="2147483988" r:id="rId9"/>
    <p:sldLayoutId id="2147483989" r:id="rId10"/>
    <p:sldLayoutId id="2147483990" r:id="rId11"/>
    <p:sldLayoutId id="2147483991" r:id="rId12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9pPr>
    </p:titleStyle>
    <p:bodyStyle>
      <a:lvl1pPr marL="342900" indent="-342900" algn="l" rtl="0" eaLnBrk="0" fontAlgn="t" latinLnBrk="1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2" charset="2"/>
        <a:buChar char="n"/>
        <a:defRPr kumimoji="1" sz="3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t" latinLnBrk="1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n"/>
        <a:defRPr kumimoji="1" sz="26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t" latinLnBrk="1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kumimoji="1" sz="23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t" latinLnBrk="1" hangingPunct="0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t" latinLnBrk="1" hangingPunct="0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t" latinLnBrk="1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t" latinLnBrk="1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t" latinLnBrk="1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t" latinLnBrk="1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957EC66C-49C0-31CD-A6C6-63B8B34B5FD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886700" cy="1143000"/>
          </a:xfrm>
        </p:spPr>
        <p:txBody>
          <a:bodyPr/>
          <a:lstStyle/>
          <a:p>
            <a:pPr eaLnBrk="1" hangingPunct="1"/>
            <a:r>
              <a:rPr lang="en-US" altLang="ko-KR" sz="3600" b="1"/>
              <a:t>Lecture 6 : Template</a:t>
            </a:r>
          </a:p>
        </p:txBody>
      </p:sp>
      <p:sp>
        <p:nvSpPr>
          <p:cNvPr id="3075" name="TextBox 3">
            <a:extLst>
              <a:ext uri="{FF2B5EF4-FFF2-40B4-BE49-F238E27FC236}">
                <a16:creationId xmlns:a16="http://schemas.microsoft.com/office/drawing/2014/main" id="{660BFDAD-BEE2-8559-975E-EEC6560EFC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75" y="5857875"/>
            <a:ext cx="45847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/>
            <a:r>
              <a:rPr lang="en-US" altLang="ko-KR" sz="1200"/>
              <a:t>Acknowledgement : courtesy of Prof. Dekai Wu lecture slides</a:t>
            </a:r>
            <a:endParaRPr lang="ko-KR" altLang="en-US" sz="1200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제목 1">
            <a:extLst>
              <a:ext uri="{FF2B5EF4-FFF2-40B4-BE49-F238E27FC236}">
                <a16:creationId xmlns:a16="http://schemas.microsoft.com/office/drawing/2014/main" id="{F0C768C0-6E22-627D-E202-C93FCC0F3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Function Template</a:t>
            </a:r>
            <a:endParaRPr lang="ko-KR" altLang="en-US" b="1" u="sng"/>
          </a:p>
        </p:txBody>
      </p:sp>
      <p:sp>
        <p:nvSpPr>
          <p:cNvPr id="4099" name="내용 개체 틀 2">
            <a:extLst>
              <a:ext uri="{FF2B5EF4-FFF2-40B4-BE49-F238E27FC236}">
                <a16:creationId xmlns:a16="http://schemas.microsoft.com/office/drawing/2014/main" id="{94177191-D2D2-D72E-0621-529337FBAC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000"/>
              <a:t>We often find a set of functions that look very much alike, e.g. for a certain type T, the max function has the form </a:t>
            </a:r>
          </a:p>
          <a:p>
            <a:pPr>
              <a:buFont typeface="Wingdings" pitchFamily="2" charset="2"/>
              <a:buNone/>
            </a:pPr>
            <a:r>
              <a:rPr lang="fr-FR" altLang="ko-KR" sz="2000"/>
              <a:t>		</a:t>
            </a:r>
            <a:endParaRPr lang="ko-KR" altLang="en-US" sz="2000"/>
          </a:p>
          <a:p>
            <a:pPr>
              <a:buFont typeface="Wingdings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int max(const int&amp; a, const int&amp; b) { …} </a:t>
            </a:r>
          </a:p>
          <a:p>
            <a:pPr>
              <a:buFont typeface="Wingdings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		string max(const string&amp; a, const string&amp; b) { …} </a:t>
            </a:r>
          </a:p>
          <a:p>
            <a:pPr>
              <a:buFont typeface="Wingdings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fr-FR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T max(const T&amp; a, const T&amp; b) { …} </a:t>
            </a:r>
          </a:p>
          <a:p>
            <a:pPr>
              <a:buFont typeface="Wingdings" pitchFamily="2" charset="2"/>
              <a:buNone/>
            </a:pPr>
            <a:endParaRPr lang="fr-FR" altLang="ko-KR" sz="2000"/>
          </a:p>
          <a:p>
            <a:r>
              <a:rPr lang="en-US" altLang="ko-KR" sz="2000"/>
              <a:t>In C++, we can define one single function definition using templates: </a:t>
            </a:r>
            <a:endParaRPr lang="ko-KR" altLang="en-US" sz="2000"/>
          </a:p>
          <a:p>
            <a:pPr>
              <a:buFont typeface="Wingdings" pitchFamily="2" charset="2"/>
              <a:buNone/>
            </a:pPr>
            <a:r>
              <a:rPr lang="en-US" altLang="ko-KR" sz="2000"/>
              <a:t>		</a:t>
            </a:r>
            <a:r>
              <a:rPr lang="en-US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template&lt;typename T&gt;</a:t>
            </a:r>
          </a:p>
          <a:p>
            <a:pPr>
              <a:buFont typeface="Wingdings" pitchFamily="2" charset="2"/>
              <a:buNone/>
            </a:pPr>
            <a:r>
              <a:rPr lang="fr-FR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		T max(const T&amp; a, const T&amp; b) </a:t>
            </a:r>
          </a:p>
          <a:p>
            <a:pPr>
              <a:buFont typeface="Wingdings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		{ </a:t>
            </a:r>
          </a:p>
          <a:p>
            <a:pPr>
              <a:buFont typeface="Wingdings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			return (a &gt; b) ? a : b; </a:t>
            </a:r>
          </a:p>
          <a:p>
            <a:pPr>
              <a:buFont typeface="Wingdings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		} </a:t>
            </a:r>
            <a:endParaRPr lang="ko-KR" altLang="en-US" sz="16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제목 1">
            <a:extLst>
              <a:ext uri="{FF2B5EF4-FFF2-40B4-BE49-F238E27FC236}">
                <a16:creationId xmlns:a16="http://schemas.microsoft.com/office/drawing/2014/main" id="{6A65C7FD-6D89-9E08-3D6C-48B663020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Function Template</a:t>
            </a:r>
            <a:endParaRPr lang="ko-KR" altLang="en-US" b="1" u="sng"/>
          </a:p>
        </p:txBody>
      </p:sp>
      <p:sp>
        <p:nvSpPr>
          <p:cNvPr id="5123" name="내용 개체 틀 2">
            <a:extLst>
              <a:ext uri="{FF2B5EF4-FFF2-40B4-BE49-F238E27FC236}">
                <a16:creationId xmlns:a16="http://schemas.microsoft.com/office/drawing/2014/main" id="{5316EA1E-0B14-3AE7-1B1E-06D1F468B5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000"/>
              <a:t>The </a:t>
            </a:r>
            <a:r>
              <a:rPr lang="en-US" altLang="ko-KR" sz="2000">
                <a:latin typeface="Courier New" panose="02070309020205020404" pitchFamily="49" charset="0"/>
                <a:cs typeface="Courier New" panose="02070309020205020404" pitchFamily="49" charset="0"/>
              </a:rPr>
              <a:t>typename</a:t>
            </a:r>
            <a:r>
              <a:rPr lang="en-US" altLang="ko-KR" sz="2000"/>
              <a:t> keyword may be replaced by </a:t>
            </a:r>
            <a:r>
              <a:rPr lang="en-US" altLang="ko-KR" sz="2000"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altLang="ko-KR" sz="2000"/>
              <a:t>; the following template definition is equivalent to the one above: </a:t>
            </a:r>
          </a:p>
          <a:p>
            <a:endParaRPr lang="ko-KR" altLang="en-US" sz="2000"/>
          </a:p>
          <a:p>
            <a:pPr>
              <a:buFont typeface="Wingdings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		template&lt;class T&gt; </a:t>
            </a:r>
          </a:p>
          <a:p>
            <a:pPr>
              <a:buFont typeface="Wingdings" pitchFamily="2" charset="2"/>
              <a:buNone/>
            </a:pPr>
            <a:r>
              <a:rPr lang="fr-FR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		T max(const T&amp; a, const T&amp; b) </a:t>
            </a:r>
          </a:p>
          <a:p>
            <a:pPr>
              <a:buFont typeface="Wingdings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		{ </a:t>
            </a:r>
          </a:p>
          <a:p>
            <a:pPr>
              <a:buFont typeface="Wingdings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			return (a &gt; b) ? a : b; </a:t>
            </a:r>
          </a:p>
          <a:p>
            <a:pPr>
              <a:buFont typeface="Wingdings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		} </a:t>
            </a:r>
          </a:p>
          <a:p>
            <a:endParaRPr lang="en-US" altLang="ko-KR" sz="2000"/>
          </a:p>
          <a:p>
            <a:r>
              <a:rPr lang="en-US" altLang="ko-KR" sz="2000"/>
              <a:t>Prefer the </a:t>
            </a:r>
            <a:r>
              <a:rPr lang="en-US" altLang="ko-KR" sz="2000">
                <a:latin typeface="Courier New" panose="02070309020205020404" pitchFamily="49" charset="0"/>
                <a:cs typeface="Courier New" panose="02070309020205020404" pitchFamily="49" charset="0"/>
              </a:rPr>
              <a:t>typename</a:t>
            </a:r>
            <a:r>
              <a:rPr lang="en-US" altLang="ko-KR" sz="2000"/>
              <a:t> syntax (the </a:t>
            </a:r>
            <a:r>
              <a:rPr lang="en-US" altLang="ko-KR" sz="2000"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altLang="ko-KR" sz="2000"/>
              <a:t> syntax is more old-fashioned).</a:t>
            </a:r>
          </a:p>
          <a:p>
            <a:r>
              <a:rPr lang="en-US" altLang="ko-KR" sz="2000"/>
              <a:t>The above template definitions are not functions; you cannot call a function template. </a:t>
            </a:r>
          </a:p>
          <a:p>
            <a:endParaRPr lang="ko-KR" altLang="en-US"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제목 1">
            <a:extLst>
              <a:ext uri="{FF2B5EF4-FFF2-40B4-BE49-F238E27FC236}">
                <a16:creationId xmlns:a16="http://schemas.microsoft.com/office/drawing/2014/main" id="{64AF1992-1FF9-B255-E810-C0A53A63E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000" b="1" u="sng"/>
              <a:t>Function Template Instantiation</a:t>
            </a:r>
            <a:endParaRPr lang="ko-KR" altLang="en-US" sz="4000" b="1" u="sng"/>
          </a:p>
        </p:txBody>
      </p:sp>
      <p:sp>
        <p:nvSpPr>
          <p:cNvPr id="6147" name="내용 개체 틀 2">
            <a:extLst>
              <a:ext uri="{FF2B5EF4-FFF2-40B4-BE49-F238E27FC236}">
                <a16:creationId xmlns:a16="http://schemas.microsoft.com/office/drawing/2014/main" id="{17D0E5C6-ED92-B0C2-87FE-9C888EE6C7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85875"/>
            <a:ext cx="8229600" cy="4525963"/>
          </a:xfrm>
        </p:spPr>
        <p:txBody>
          <a:bodyPr/>
          <a:lstStyle/>
          <a:p>
            <a:r>
              <a:rPr lang="en-US" altLang="ko-KR" sz="2000"/>
              <a:t>The compiler creates functions using function templates </a:t>
            </a:r>
          </a:p>
          <a:p>
            <a:pPr>
              <a:buFont typeface="Wingdings" pitchFamily="2" charset="2"/>
              <a:buNone/>
            </a:pPr>
            <a:r>
              <a:rPr lang="en-US" altLang="ko-KR" sz="160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	int i = 2, j = 3; </a:t>
            </a:r>
          </a:p>
          <a:p>
            <a:pPr>
              <a:buFont typeface="Wingdings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		cout &lt;&lt; max(i, j); </a:t>
            </a:r>
          </a:p>
          <a:p>
            <a:pPr>
              <a:buFont typeface="Wingdings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		string a(“Hello”), b(“World”); </a:t>
            </a:r>
          </a:p>
          <a:p>
            <a:pPr>
              <a:buFont typeface="Wingdings" pitchFamily="2" charset="2"/>
              <a:buNone/>
            </a:pPr>
            <a:r>
              <a:rPr lang="en-US" altLang="ko-KR" sz="2000" b="1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cout&lt;&lt; max(a, b); </a:t>
            </a:r>
          </a:p>
          <a:p>
            <a:endParaRPr lang="en-US" altLang="ko-KR" sz="2000"/>
          </a:p>
          <a:p>
            <a:r>
              <a:rPr lang="en-US" altLang="ko-KR" sz="2000"/>
              <a:t>In this case, the compiler creates two different max()functions using the function template </a:t>
            </a:r>
          </a:p>
          <a:p>
            <a:pPr>
              <a:buFont typeface="Wingdings" pitchFamily="2" charset="2"/>
              <a:buNone/>
            </a:pPr>
            <a:r>
              <a:rPr lang="fr-FR" altLang="ko-KR" sz="2000"/>
              <a:t>		</a:t>
            </a:r>
            <a:r>
              <a:rPr lang="fr-FR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template&lt;typename T&gt; T max(constT&amp; a, constT&amp; b); </a:t>
            </a:r>
          </a:p>
          <a:p>
            <a:r>
              <a:rPr lang="en-US" altLang="ko-KR" sz="2000"/>
              <a:t>This is called template instantiation. </a:t>
            </a:r>
          </a:p>
          <a:p>
            <a:r>
              <a:rPr lang="en-US" altLang="ko-KR" sz="2000"/>
              <a:t>There is no automatic type conversion for template arguments</a:t>
            </a:r>
          </a:p>
          <a:p>
            <a:pPr>
              <a:buFont typeface="Wingdings" pitchFamily="2" charset="2"/>
              <a:buNone/>
            </a:pPr>
            <a:r>
              <a:rPr lang="fr-FR" altLang="ko-KR" sz="2000"/>
              <a:t>		</a:t>
            </a:r>
            <a:r>
              <a:rPr lang="fr-FR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cout&lt;&lt; max(3, 5);</a:t>
            </a:r>
            <a:r>
              <a:rPr lang="fr-FR" altLang="ko-KR" sz="1600" b="1" i="1">
                <a:latin typeface="Courier New" panose="02070309020205020404" pitchFamily="49" charset="0"/>
                <a:cs typeface="Courier New" panose="02070309020205020404" pitchFamily="49" charset="0"/>
              </a:rPr>
              <a:t>// T is int</a:t>
            </a:r>
          </a:p>
          <a:p>
            <a:pPr>
              <a:buFont typeface="Wingdings" pitchFamily="2" charset="2"/>
              <a:buNone/>
            </a:pPr>
            <a:r>
              <a:rPr lang="fr-FR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		cout&lt;&lt; max(4.3, 5.6); </a:t>
            </a:r>
            <a:r>
              <a:rPr lang="fr-FR" altLang="ko-KR" sz="1600" b="1" i="1">
                <a:latin typeface="Courier New" panose="02070309020205020404" pitchFamily="49" charset="0"/>
                <a:cs typeface="Courier New" panose="02070309020205020404" pitchFamily="49" charset="0"/>
              </a:rPr>
              <a:t>// T is double</a:t>
            </a:r>
          </a:p>
          <a:p>
            <a:pPr>
              <a:buFont typeface="Wingdings" pitchFamily="2" charset="2"/>
              <a:buNone/>
            </a:pPr>
            <a:r>
              <a:rPr lang="fr-FR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		cout&lt;&lt; max(4, 5.5); </a:t>
            </a:r>
            <a:r>
              <a:rPr lang="fr-FR" altLang="ko-KR" sz="1600" b="1" i="1">
                <a:latin typeface="Courier New" panose="02070309020205020404" pitchFamily="49" charset="0"/>
                <a:cs typeface="Courier New" panose="02070309020205020404" pitchFamily="49" charset="0"/>
              </a:rPr>
              <a:t>// Error</a:t>
            </a:r>
          </a:p>
          <a:p>
            <a:pPr>
              <a:buFont typeface="Wingdings" pitchFamily="2" charset="2"/>
              <a:buNone/>
            </a:pPr>
            <a:r>
              <a:rPr lang="fr-FR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		cout&lt;&lt; max&lt;double&gt;(4,5.5); </a:t>
            </a:r>
            <a:r>
              <a:rPr lang="fr-FR" altLang="ko-KR" sz="1600" b="1" i="1">
                <a:latin typeface="Courier New" panose="02070309020205020404" pitchFamily="49" charset="0"/>
                <a:cs typeface="Courier New" panose="02070309020205020404" pitchFamily="49" charset="0"/>
              </a:rPr>
              <a:t>// OK</a:t>
            </a:r>
            <a:endParaRPr lang="en-US" altLang="ko-KR" sz="1600" b="1" i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ko-KR" altLang="en-US"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제목 1">
            <a:extLst>
              <a:ext uri="{FF2B5EF4-FFF2-40B4-BE49-F238E27FC236}">
                <a16:creationId xmlns:a16="http://schemas.microsoft.com/office/drawing/2014/main" id="{AE03EAA6-4BDF-3DBC-B1C2-D833B997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More than one argument</a:t>
            </a:r>
            <a:endParaRPr lang="ko-KR" altLang="en-US" b="1" u="sng"/>
          </a:p>
        </p:txBody>
      </p:sp>
      <p:sp>
        <p:nvSpPr>
          <p:cNvPr id="7171" name="내용 개체 틀 2">
            <a:extLst>
              <a:ext uri="{FF2B5EF4-FFF2-40B4-BE49-F238E27FC236}">
                <a16:creationId xmlns:a16="http://schemas.microsoft.com/office/drawing/2014/main" id="{F56FDA1F-21E8-D3A1-34DE-88BCC7690B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971925"/>
          </a:xfrm>
          <a:solidFill>
            <a:srgbClr val="FFFFFF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endParaRPr lang="ko-KR" altLang="en-US" sz="18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  <a:cs typeface="Courier New" panose="02070309020205020404" pitchFamily="49" charset="0"/>
              </a:rPr>
              <a:t>template&lt;typename T1, typename T2&gt; </a:t>
            </a:r>
          </a:p>
          <a:p>
            <a:pPr>
              <a:buFont typeface="Wingdings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  <a:cs typeface="Courier New" panose="02070309020205020404" pitchFamily="49" charset="0"/>
              </a:rPr>
              <a:t>void print_max(const T1&amp; a, const T2&amp; b) </a:t>
            </a:r>
          </a:p>
          <a:p>
            <a:pPr>
              <a:buFont typeface="Wingdings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</a:p>
          <a:p>
            <a:pPr>
              <a:buFont typeface="Wingdings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  <a:cs typeface="Courier New" panose="02070309020205020404" pitchFamily="49" charset="0"/>
              </a:rPr>
              <a:t>	cout&lt;&lt; ((a &gt; b) ? a : b) &lt;&lt; endl; </a:t>
            </a:r>
          </a:p>
          <a:p>
            <a:pPr>
              <a:buFont typeface="Wingdings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</a:p>
          <a:p>
            <a:pPr>
              <a:buFont typeface="Wingdings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  <a:cs typeface="Courier New" panose="02070309020205020404" pitchFamily="49" charset="0"/>
              </a:rPr>
              <a:t>void f() </a:t>
            </a:r>
          </a:p>
          <a:p>
            <a:pPr>
              <a:buFont typeface="Wingdings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</a:p>
          <a:p>
            <a:pPr>
              <a:buFont typeface="Wingdings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  <a:cs typeface="Courier New" panose="02070309020205020404" pitchFamily="49" charset="0"/>
              </a:rPr>
              <a:t>	print_max(4, 5.5);</a:t>
            </a:r>
            <a:r>
              <a:rPr lang="en-US" altLang="ko-KR" sz="1800" b="1" i="1">
                <a:latin typeface="Courier New" panose="02070309020205020404" pitchFamily="49" charset="0"/>
                <a:cs typeface="Courier New" panose="02070309020205020404" pitchFamily="49" charset="0"/>
              </a:rPr>
              <a:t>// Prints 5.5</a:t>
            </a:r>
          </a:p>
          <a:p>
            <a:pPr>
              <a:buFont typeface="Wingdings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  <a:cs typeface="Courier New" panose="02070309020205020404" pitchFamily="49" charset="0"/>
              </a:rPr>
              <a:t>	print_max(5.5, 4);</a:t>
            </a:r>
            <a:r>
              <a:rPr lang="en-US" altLang="ko-KR" sz="1800" b="1" i="1">
                <a:latin typeface="Courier New" panose="02070309020205020404" pitchFamily="49" charset="0"/>
                <a:cs typeface="Courier New" panose="02070309020205020404" pitchFamily="49" charset="0"/>
              </a:rPr>
              <a:t>// Prints 5.5</a:t>
            </a:r>
          </a:p>
          <a:p>
            <a:pPr>
              <a:buFont typeface="Wingdings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  <a:endParaRPr lang="ko-KR" altLang="en-US" sz="18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제목 1">
            <a:extLst>
              <a:ext uri="{FF2B5EF4-FFF2-40B4-BE49-F238E27FC236}">
                <a16:creationId xmlns:a16="http://schemas.microsoft.com/office/drawing/2014/main" id="{B972669E-B262-3D6D-6527-2353C4C43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750"/>
            <a:ext cx="8229600" cy="1143000"/>
          </a:xfrm>
        </p:spPr>
        <p:txBody>
          <a:bodyPr/>
          <a:lstStyle/>
          <a:p>
            <a:r>
              <a:rPr lang="en-US" altLang="ko-KR" b="1" u="sng"/>
              <a:t>Class Templates</a:t>
            </a:r>
            <a:endParaRPr lang="ko-KR" altLang="en-US" b="1" u="sng"/>
          </a:p>
        </p:txBody>
      </p:sp>
      <p:sp>
        <p:nvSpPr>
          <p:cNvPr id="8195" name="내용 개체 틀 2">
            <a:extLst>
              <a:ext uri="{FF2B5EF4-FFF2-40B4-BE49-F238E27FC236}">
                <a16:creationId xmlns:a16="http://schemas.microsoft.com/office/drawing/2014/main" id="{6B7BC928-E6E5-0C5F-906F-266996A0C9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E5B68083-F723-FA3F-75E2-792F36600885}"/>
              </a:ext>
            </a:extLst>
          </p:cNvPr>
          <p:cNvSpPr txBox="1">
            <a:spLocks/>
          </p:cNvSpPr>
          <p:nvPr/>
        </p:nvSpPr>
        <p:spPr bwMode="auto">
          <a:xfrm>
            <a:off x="457200" y="1428750"/>
            <a:ext cx="4043363" cy="5000625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template&lt;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typename</a:t>
            </a: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T&gt; 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class thing {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public: 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thing(T data); 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~thing() { delete x; }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T 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get_data</a:t>
            </a: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() { return *x; }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T 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set_data</a:t>
            </a: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(T data); 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private: 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T* x;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};</a:t>
            </a:r>
          </a:p>
          <a:p>
            <a:pPr>
              <a:defRPr/>
            </a:pPr>
            <a:endParaRPr lang="en-US" altLang="ko-KR" sz="1400" b="1" dirty="0">
              <a:latin typeface="Courier New" pitchFamily="49" charset="0"/>
              <a:ea typeface="굴림" pitchFamily="50" charset="-127"/>
              <a:cs typeface="Courier New" pitchFamily="49" charset="0"/>
            </a:endParaRP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template&lt;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typename</a:t>
            </a: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T&gt; 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thing&lt;T&gt;:: thing(T data) 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{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x = new T; *x = data;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} </a:t>
            </a:r>
          </a:p>
          <a:p>
            <a:pPr>
              <a:defRPr/>
            </a:pPr>
            <a:endParaRPr lang="en-US" altLang="ko-KR" sz="1400" b="1" dirty="0">
              <a:latin typeface="Courier New" pitchFamily="49" charset="0"/>
              <a:ea typeface="굴림" pitchFamily="50" charset="-127"/>
              <a:cs typeface="Courier New" pitchFamily="49" charset="0"/>
            </a:endParaRP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template&lt;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typename</a:t>
            </a: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T&gt; 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T thing&lt;T&gt;::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set_data</a:t>
            </a: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(T data) 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{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*x = data;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} </a:t>
            </a:r>
            <a:endParaRPr lang="ko-KR" altLang="en-US" sz="1400" b="1" kern="0" dirty="0">
              <a:latin typeface="Courier New" pitchFamily="49" charset="0"/>
              <a:ea typeface="+mn-ea"/>
              <a:cs typeface="Courier New" pitchFamily="49" charset="0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46D85B56-6424-F457-50E3-89F730A4754B}"/>
              </a:ext>
            </a:extLst>
          </p:cNvPr>
          <p:cNvSpPr txBox="1">
            <a:spLocks/>
          </p:cNvSpPr>
          <p:nvPr/>
        </p:nvSpPr>
        <p:spPr bwMode="auto">
          <a:xfrm>
            <a:off x="4743450" y="1428750"/>
            <a:ext cx="4400550" cy="5000625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#include &lt;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iostream</a:t>
            </a: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&gt; 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#include &lt;string&gt;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using namespace std;</a:t>
            </a:r>
          </a:p>
          <a:p>
            <a:pPr>
              <a:defRPr/>
            </a:pPr>
            <a:endParaRPr lang="en-US" altLang="ko-KR" sz="1400" b="1" dirty="0">
              <a:latin typeface="Courier New" pitchFamily="49" charset="0"/>
              <a:ea typeface="굴림" pitchFamily="50" charset="-127"/>
              <a:cs typeface="Courier New" pitchFamily="49" charset="0"/>
            </a:endParaRP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main() 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{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thing&lt;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int</a:t>
            </a: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&gt; 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i_thing</a:t>
            </a: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(5); 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thing&lt;string&gt; 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s_thing</a:t>
            </a: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(“COMP151”); </a:t>
            </a:r>
          </a:p>
          <a:p>
            <a:pPr>
              <a:defRPr/>
            </a:pPr>
            <a:endParaRPr lang="en-US" altLang="ko-KR" sz="1400" b="1" dirty="0">
              <a:latin typeface="Courier New" pitchFamily="49" charset="0"/>
              <a:ea typeface="굴림" pitchFamily="50" charset="-127"/>
              <a:cs typeface="Courier New" pitchFamily="49" charset="0"/>
            </a:endParaRP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cout</a:t>
            </a: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&lt;&lt; 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i_thing.get_data</a:t>
            </a: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()&lt;&lt; 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endl</a:t>
            </a: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; 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cout</a:t>
            </a: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&lt;&lt; 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s_thing.get_data</a:t>
            </a: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()&lt;&lt; 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endl</a:t>
            </a: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; </a:t>
            </a:r>
          </a:p>
          <a:p>
            <a:pPr>
              <a:defRPr/>
            </a:pPr>
            <a:endParaRPr lang="en-US" altLang="ko-KR" sz="1400" b="1" dirty="0">
              <a:latin typeface="Courier New" pitchFamily="49" charset="0"/>
              <a:ea typeface="굴림" pitchFamily="50" charset="-127"/>
              <a:cs typeface="Courier New" pitchFamily="49" charset="0"/>
            </a:endParaRP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i_thing.set_data</a:t>
            </a: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(10); 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s_thing.set_data</a:t>
            </a: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(''CPEG''); 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cout</a:t>
            </a: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&lt;&lt; 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i_thing.get_data</a:t>
            </a: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()&lt;&lt; 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endl</a:t>
            </a: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; 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cout</a:t>
            </a: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&lt;&lt; 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s_thing.get_data</a:t>
            </a: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()&lt;&lt; 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endl</a:t>
            </a: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; 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} </a:t>
            </a:r>
            <a:endParaRPr lang="ko-KR" altLang="en-US" sz="1400" b="1" kern="0" dirty="0">
              <a:latin typeface="Courier New" pitchFamily="49" charset="0"/>
              <a:ea typeface="+mn-ea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제목 1">
            <a:extLst>
              <a:ext uri="{FF2B5EF4-FFF2-40B4-BE49-F238E27FC236}">
                <a16:creationId xmlns:a16="http://schemas.microsoft.com/office/drawing/2014/main" id="{0BB2A345-3C31-ED9C-65CE-DAA1B3DED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Class templates</a:t>
            </a:r>
            <a:endParaRPr lang="ko-KR" altLang="en-US" b="1" u="sng"/>
          </a:p>
        </p:txBody>
      </p:sp>
      <p:sp>
        <p:nvSpPr>
          <p:cNvPr id="9219" name="내용 개체 틀 2">
            <a:extLst>
              <a:ext uri="{FF2B5EF4-FFF2-40B4-BE49-F238E27FC236}">
                <a16:creationId xmlns:a16="http://schemas.microsoft.com/office/drawing/2014/main" id="{0CE0D10A-9DFD-29EC-EDF8-4EB8E99AF5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000"/>
              <a:t>The template mechanism works for classes as well. </a:t>
            </a:r>
          </a:p>
          <a:p>
            <a:r>
              <a:rPr lang="en-US" altLang="ko-KR" sz="2000"/>
              <a:t>This is particularly useful for defining container classes. </a:t>
            </a:r>
          </a:p>
          <a:p>
            <a:endParaRPr lang="en-US" altLang="ko-KR" sz="2000"/>
          </a:p>
          <a:p>
            <a:r>
              <a:rPr lang="en-US" altLang="ko-KR" sz="2000"/>
              <a:t>In the next few slides we will define </a:t>
            </a:r>
          </a:p>
          <a:p>
            <a:pPr>
              <a:buFont typeface="Wingdings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  <a:cs typeface="Courier New" panose="02070309020205020404" pitchFamily="49" charset="0"/>
              </a:rPr>
              <a:t>		template&lt;typename T&gt; </a:t>
            </a:r>
          </a:p>
          <a:p>
            <a:pPr>
              <a:buFont typeface="Wingdings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  <a:cs typeface="Courier New" panose="02070309020205020404" pitchFamily="49" charset="0"/>
              </a:rPr>
              <a:t>		class List_Node</a:t>
            </a:r>
          </a:p>
          <a:p>
            <a:r>
              <a:rPr lang="en-US" altLang="ko-KR" sz="2000"/>
              <a:t>and a </a:t>
            </a:r>
            <a:r>
              <a:rPr lang="en-US" altLang="ko-KR" sz="2000" i="1"/>
              <a:t>container class</a:t>
            </a:r>
          </a:p>
          <a:p>
            <a:pPr>
              <a:buFont typeface="Wingdings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  <a:cs typeface="Courier New" panose="02070309020205020404" pitchFamily="49" charset="0"/>
              </a:rPr>
              <a:t>		template&lt;typename T&gt; </a:t>
            </a:r>
          </a:p>
          <a:p>
            <a:pPr>
              <a:buFont typeface="Wingdings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  <a:cs typeface="Courier New" panose="02070309020205020404" pitchFamily="49" charset="0"/>
              </a:rPr>
              <a:t>		class List </a:t>
            </a:r>
          </a:p>
          <a:p>
            <a:pPr>
              <a:buFont typeface="Wingdings" pitchFamily="2" charset="2"/>
              <a:buNone/>
            </a:pPr>
            <a:r>
              <a:rPr lang="en-US" altLang="ko-KR" sz="2000"/>
              <a:t>	that uses </a:t>
            </a:r>
            <a:r>
              <a:rPr lang="en-US" altLang="ko-KR" sz="2000">
                <a:latin typeface="Courier New" panose="02070309020205020404" pitchFamily="49" charset="0"/>
                <a:cs typeface="Courier New" panose="02070309020205020404" pitchFamily="49" charset="0"/>
              </a:rPr>
              <a:t>List_Node</a:t>
            </a:r>
            <a:r>
              <a:rPr lang="en-US" altLang="ko-KR" sz="2000"/>
              <a:t>. </a:t>
            </a:r>
          </a:p>
          <a:p>
            <a:endParaRPr lang="en-US" altLang="ko-KR" sz="2000"/>
          </a:p>
          <a:p>
            <a:r>
              <a:rPr lang="en-US" altLang="ko-KR" sz="2000"/>
              <a:t>Note the line </a:t>
            </a:r>
            <a:r>
              <a:rPr lang="en-US" altLang="ko-KR" sz="2000">
                <a:latin typeface="Courier New" panose="02070309020205020404" pitchFamily="49" charset="0"/>
                <a:cs typeface="Courier New" panose="02070309020205020404" pitchFamily="49" charset="0"/>
              </a:rPr>
              <a:t>friend class list&lt;T&gt;</a:t>
            </a:r>
            <a:r>
              <a:rPr lang="en-US" altLang="ko-KR" sz="2000"/>
              <a:t>in the definition of </a:t>
            </a:r>
            <a:r>
              <a:rPr lang="en-US" altLang="ko-KR" sz="2000">
                <a:latin typeface="Courier New" panose="02070309020205020404" pitchFamily="49" charset="0"/>
                <a:cs typeface="Courier New" panose="02070309020205020404" pitchFamily="49" charset="0"/>
              </a:rPr>
              <a:t>List_Node</a:t>
            </a:r>
            <a:r>
              <a:rPr lang="en-US" altLang="ko-KR" sz="2000"/>
              <a:t>. </a:t>
            </a:r>
          </a:p>
          <a:p>
            <a:endParaRPr lang="ko-KR" altLang="en-US" sz="2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제목 1">
            <a:extLst>
              <a:ext uri="{FF2B5EF4-FFF2-40B4-BE49-F238E27FC236}">
                <a16:creationId xmlns:a16="http://schemas.microsoft.com/office/drawing/2014/main" id="{31CE7FFC-F251-7DF7-A714-A0F7CBED3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42875"/>
            <a:ext cx="8229600" cy="1143000"/>
          </a:xfrm>
        </p:spPr>
        <p:txBody>
          <a:bodyPr/>
          <a:lstStyle/>
          <a:p>
            <a:r>
              <a:rPr lang="en-US" altLang="ko-KR" b="1" u="sng"/>
              <a:t>Class templates : List_Node</a:t>
            </a:r>
            <a:endParaRPr lang="ko-KR" altLang="en-US" b="1" u="sng"/>
          </a:p>
        </p:txBody>
      </p:sp>
      <p:sp>
        <p:nvSpPr>
          <p:cNvPr id="10243" name="내용 개체 틀 2">
            <a:extLst>
              <a:ext uri="{FF2B5EF4-FFF2-40B4-BE49-F238E27FC236}">
                <a16:creationId xmlns:a16="http://schemas.microsoft.com/office/drawing/2014/main" id="{5FFC61FB-4B6C-A0BC-2376-19F11012C7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A68EC3A4-F898-9018-E8FB-649872C8CE8F}"/>
              </a:ext>
            </a:extLst>
          </p:cNvPr>
          <p:cNvSpPr txBox="1">
            <a:spLocks/>
          </p:cNvSpPr>
          <p:nvPr/>
        </p:nvSpPr>
        <p:spPr bwMode="auto">
          <a:xfrm>
            <a:off x="1528763" y="1428750"/>
            <a:ext cx="6186487" cy="5286375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r>
              <a:rPr lang="en-US" altLang="ko-KR" sz="16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template&lt;</a:t>
            </a:r>
            <a:r>
              <a:rPr lang="en-US" altLang="ko-KR" sz="16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typename</a:t>
            </a:r>
            <a:r>
              <a:rPr lang="en-US" altLang="ko-KR" sz="16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T&gt; </a:t>
            </a:r>
          </a:p>
          <a:p>
            <a:pPr>
              <a:defRPr/>
            </a:pPr>
            <a:r>
              <a:rPr lang="en-US" altLang="ko-KR" sz="16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class </a:t>
            </a:r>
            <a:r>
              <a:rPr lang="en-US" altLang="ko-KR" sz="16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List_Node</a:t>
            </a:r>
            <a:r>
              <a:rPr lang="en-US" altLang="ko-KR" sz="16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{ </a:t>
            </a:r>
          </a:p>
          <a:p>
            <a:pPr>
              <a:defRPr/>
            </a:pPr>
            <a:r>
              <a:rPr lang="en-US" altLang="ko-KR" sz="16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public: </a:t>
            </a:r>
          </a:p>
          <a:p>
            <a:pPr>
              <a:defRPr/>
            </a:pPr>
            <a:r>
              <a:rPr lang="en-US" altLang="ko-KR" sz="16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</a:t>
            </a:r>
            <a:r>
              <a:rPr lang="en-US" altLang="ko-KR" sz="16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List_Node</a:t>
            </a:r>
            <a:r>
              <a:rPr lang="en-US" altLang="ko-KR" sz="16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(const T&amp; data); </a:t>
            </a:r>
          </a:p>
          <a:p>
            <a:pPr>
              <a:defRPr/>
            </a:pPr>
            <a:r>
              <a:rPr lang="en-US" altLang="ko-KR" sz="16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</a:t>
            </a:r>
            <a:r>
              <a:rPr lang="en-US" altLang="ko-KR" sz="16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List_Node</a:t>
            </a:r>
            <a:r>
              <a:rPr lang="en-US" altLang="ko-KR" sz="16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&lt;T&gt;* next(); </a:t>
            </a:r>
          </a:p>
          <a:p>
            <a:pPr>
              <a:defRPr/>
            </a:pPr>
            <a:r>
              <a:rPr lang="en-US" altLang="ko-KR" sz="1600" b="1" i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// Other member functions </a:t>
            </a:r>
          </a:p>
          <a:p>
            <a:pPr>
              <a:defRPr/>
            </a:pPr>
            <a:r>
              <a:rPr lang="en-US" altLang="ko-KR" sz="16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private: </a:t>
            </a:r>
          </a:p>
          <a:p>
            <a:pPr>
              <a:defRPr/>
            </a:pPr>
            <a:r>
              <a:rPr lang="en-US" altLang="ko-KR" sz="16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</a:t>
            </a:r>
            <a:r>
              <a:rPr lang="en-US" altLang="ko-KR" sz="16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List_Node</a:t>
            </a:r>
            <a:r>
              <a:rPr lang="en-US" altLang="ko-KR" sz="16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&lt;T&gt;* </a:t>
            </a:r>
            <a:r>
              <a:rPr lang="en-US" altLang="ko-KR" sz="16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next_m</a:t>
            </a:r>
            <a:r>
              <a:rPr lang="en-US" altLang="ko-KR" sz="16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; </a:t>
            </a:r>
          </a:p>
          <a:p>
            <a:pPr>
              <a:defRPr/>
            </a:pPr>
            <a:r>
              <a:rPr lang="en-US" altLang="ko-KR" sz="16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</a:t>
            </a:r>
            <a:r>
              <a:rPr lang="en-US" altLang="ko-KR" sz="16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List_Node</a:t>
            </a:r>
            <a:r>
              <a:rPr lang="en-US" altLang="ko-KR" sz="16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&lt;T&gt;* </a:t>
            </a:r>
            <a:r>
              <a:rPr lang="en-US" altLang="ko-KR" sz="16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prev_m</a:t>
            </a:r>
            <a:r>
              <a:rPr lang="en-US" altLang="ko-KR" sz="16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; </a:t>
            </a:r>
          </a:p>
          <a:p>
            <a:pPr>
              <a:defRPr/>
            </a:pPr>
            <a:r>
              <a:rPr lang="en-US" altLang="ko-KR" sz="16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T </a:t>
            </a:r>
            <a:r>
              <a:rPr lang="en-US" altLang="ko-KR" sz="16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data_m</a:t>
            </a:r>
            <a:r>
              <a:rPr lang="en-US" altLang="ko-KR" sz="16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; </a:t>
            </a:r>
          </a:p>
          <a:p>
            <a:pPr>
              <a:defRPr/>
            </a:pPr>
            <a:endParaRPr lang="en-US" altLang="ko-KR" sz="1600" b="1" dirty="0">
              <a:latin typeface="Courier New" pitchFamily="49" charset="0"/>
              <a:ea typeface="굴림" pitchFamily="50" charset="-127"/>
              <a:cs typeface="Courier New" pitchFamily="49" charset="0"/>
            </a:endParaRPr>
          </a:p>
          <a:p>
            <a:pPr>
              <a:defRPr/>
            </a:pPr>
            <a:r>
              <a:rPr lang="en-US" altLang="ko-KR" sz="16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friend class List&lt;T&gt;; </a:t>
            </a:r>
          </a:p>
          <a:p>
            <a:pPr>
              <a:defRPr/>
            </a:pPr>
            <a:r>
              <a:rPr lang="en-US" altLang="ko-KR" sz="16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}; </a:t>
            </a:r>
          </a:p>
          <a:p>
            <a:pPr>
              <a:defRPr/>
            </a:pPr>
            <a:endParaRPr lang="ko-KR" altLang="en-US" sz="1600" dirty="0">
              <a:latin typeface="굴림" pitchFamily="50" charset="-127"/>
              <a:ea typeface="굴림" pitchFamily="50" charset="-127"/>
            </a:endParaRPr>
          </a:p>
          <a:p>
            <a:pPr>
              <a:defRPr/>
            </a:pPr>
            <a:r>
              <a:rPr lang="en-US" altLang="ko-KR" sz="16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template&lt;</a:t>
            </a:r>
            <a:r>
              <a:rPr lang="en-US" altLang="ko-KR" sz="16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typename</a:t>
            </a:r>
            <a:r>
              <a:rPr lang="en-US" altLang="ko-KR" sz="16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T&gt; </a:t>
            </a:r>
          </a:p>
          <a:p>
            <a:pPr>
              <a:defRPr/>
            </a:pPr>
            <a:r>
              <a:rPr lang="en-US" altLang="ko-KR" sz="16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List_Node</a:t>
            </a:r>
            <a:r>
              <a:rPr lang="en-US" altLang="ko-KR" sz="16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&lt;T&gt;::</a:t>
            </a:r>
            <a:r>
              <a:rPr lang="en-US" altLang="ko-KR" sz="16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List_Node</a:t>
            </a:r>
            <a:r>
              <a:rPr lang="en-US" altLang="ko-KR" sz="16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(const T&amp; data) </a:t>
            </a:r>
          </a:p>
          <a:p>
            <a:pPr>
              <a:defRPr/>
            </a:pPr>
            <a:r>
              <a:rPr lang="en-US" altLang="ko-KR" sz="16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: </a:t>
            </a:r>
            <a:r>
              <a:rPr lang="en-US" altLang="ko-KR" sz="16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data_m</a:t>
            </a:r>
            <a:r>
              <a:rPr lang="en-US" altLang="ko-KR" sz="16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(data), </a:t>
            </a:r>
            <a:r>
              <a:rPr lang="en-US" altLang="ko-KR" sz="16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next_m</a:t>
            </a:r>
            <a:r>
              <a:rPr lang="en-US" altLang="ko-KR" sz="16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(0), </a:t>
            </a:r>
            <a:r>
              <a:rPr lang="en-US" altLang="ko-KR" sz="16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prev_m</a:t>
            </a:r>
            <a:r>
              <a:rPr lang="en-US" altLang="ko-KR" sz="16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(0) { } </a:t>
            </a:r>
          </a:p>
          <a:p>
            <a:pPr>
              <a:defRPr/>
            </a:pPr>
            <a:endParaRPr lang="en-US" altLang="ko-KR" sz="1600" b="1" dirty="0">
              <a:latin typeface="Courier New" pitchFamily="49" charset="0"/>
              <a:ea typeface="굴림" pitchFamily="50" charset="-127"/>
              <a:cs typeface="Courier New" pitchFamily="49" charset="0"/>
            </a:endParaRPr>
          </a:p>
          <a:p>
            <a:pPr>
              <a:defRPr/>
            </a:pPr>
            <a:r>
              <a:rPr lang="en-US" altLang="ko-KR" sz="16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template&lt;</a:t>
            </a:r>
            <a:r>
              <a:rPr lang="en-US" altLang="ko-KR" sz="16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typename</a:t>
            </a:r>
            <a:r>
              <a:rPr lang="en-US" altLang="ko-KR" sz="16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T&gt; </a:t>
            </a:r>
          </a:p>
          <a:p>
            <a:pPr>
              <a:defRPr/>
            </a:pPr>
            <a:r>
              <a:rPr lang="en-US" altLang="ko-KR" sz="16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List_Node</a:t>
            </a:r>
            <a:r>
              <a:rPr lang="en-US" altLang="ko-KR" sz="16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&lt;T&gt;* </a:t>
            </a:r>
            <a:r>
              <a:rPr lang="en-US" altLang="ko-KR" sz="16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List_Node</a:t>
            </a:r>
            <a:r>
              <a:rPr lang="en-US" altLang="ko-KR" sz="16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&lt;T&gt;::next()</a:t>
            </a:r>
          </a:p>
          <a:p>
            <a:pPr>
              <a:defRPr/>
            </a:pPr>
            <a:r>
              <a:rPr lang="en-US" altLang="ko-KR" sz="16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{ return </a:t>
            </a:r>
            <a:r>
              <a:rPr lang="en-US" altLang="ko-KR" sz="16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next_m</a:t>
            </a:r>
            <a:r>
              <a:rPr lang="en-US" altLang="ko-KR" sz="16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; } </a:t>
            </a:r>
            <a:endParaRPr lang="ko-KR" altLang="en-US" sz="1600" b="1" kern="0" dirty="0">
              <a:latin typeface="Courier New" pitchFamily="49" charset="0"/>
              <a:ea typeface="+mn-ea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제목 1">
            <a:extLst>
              <a:ext uri="{FF2B5EF4-FFF2-40B4-BE49-F238E27FC236}">
                <a16:creationId xmlns:a16="http://schemas.microsoft.com/office/drawing/2014/main" id="{BEB651BC-EE55-7626-1E17-AEE27BC71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Class Templates : List</a:t>
            </a:r>
            <a:endParaRPr lang="ko-KR" altLang="en-US" b="1" u="sng"/>
          </a:p>
        </p:txBody>
      </p:sp>
      <p:sp>
        <p:nvSpPr>
          <p:cNvPr id="11267" name="내용 개체 틀 2">
            <a:extLst>
              <a:ext uri="{FF2B5EF4-FFF2-40B4-BE49-F238E27FC236}">
                <a16:creationId xmlns:a16="http://schemas.microsoft.com/office/drawing/2014/main" id="{0A8C8C22-5AE3-559C-A750-E4EAFD3382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525963"/>
          </a:xfrm>
        </p:spPr>
        <p:txBody>
          <a:bodyPr/>
          <a:lstStyle/>
          <a:p>
            <a:r>
              <a:rPr lang="en-US" altLang="ko-KR" sz="2000"/>
              <a:t>Using the </a:t>
            </a:r>
            <a:r>
              <a:rPr lang="en-US" altLang="ko-KR" sz="2000">
                <a:latin typeface="Courier New" panose="02070309020205020404" pitchFamily="49" charset="0"/>
                <a:cs typeface="Courier New" panose="02070309020205020404" pitchFamily="49" charset="0"/>
              </a:rPr>
              <a:t>List_Node&lt;T&gt; </a:t>
            </a:r>
            <a:r>
              <a:rPr lang="en-US" altLang="ko-KR" sz="2000"/>
              <a:t>class, we define our list class template: </a:t>
            </a:r>
          </a:p>
          <a:p>
            <a:endParaRPr lang="ko-KR" altLang="en-US" sz="2000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FC0F72E0-F826-3C00-AFF4-D11357BBF0CA}"/>
              </a:ext>
            </a:extLst>
          </p:cNvPr>
          <p:cNvSpPr txBox="1">
            <a:spLocks/>
          </p:cNvSpPr>
          <p:nvPr/>
        </p:nvSpPr>
        <p:spPr bwMode="auto">
          <a:xfrm>
            <a:off x="28575" y="2071688"/>
            <a:ext cx="4543425" cy="45720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r>
              <a:rPr lang="en-US" altLang="ko-KR" sz="16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template&lt;</a:t>
            </a:r>
            <a:r>
              <a:rPr lang="en-US" altLang="ko-KR" sz="16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typename</a:t>
            </a:r>
            <a:r>
              <a:rPr lang="en-US" altLang="ko-KR" sz="16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T&gt; </a:t>
            </a:r>
          </a:p>
          <a:p>
            <a:pPr>
              <a:defRPr/>
            </a:pPr>
            <a:r>
              <a:rPr lang="en-US" altLang="ko-KR" sz="16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class List { </a:t>
            </a:r>
          </a:p>
          <a:p>
            <a:pPr>
              <a:defRPr/>
            </a:pPr>
            <a:r>
              <a:rPr lang="en-US" altLang="ko-KR" sz="16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public: </a:t>
            </a:r>
          </a:p>
          <a:p>
            <a:pPr>
              <a:defRPr/>
            </a:pPr>
            <a:r>
              <a:rPr lang="en-US" altLang="ko-KR" sz="16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List(); </a:t>
            </a:r>
          </a:p>
          <a:p>
            <a:pPr>
              <a:defRPr/>
            </a:pPr>
            <a:r>
              <a:rPr lang="en-US" altLang="ko-KR" sz="16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void append(const T&amp; item); </a:t>
            </a:r>
          </a:p>
          <a:p>
            <a:pPr>
              <a:defRPr/>
            </a:pPr>
            <a:r>
              <a:rPr lang="en-US" altLang="ko-KR" sz="1600" b="1" i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// Other member functions </a:t>
            </a:r>
          </a:p>
          <a:p>
            <a:pPr>
              <a:defRPr/>
            </a:pPr>
            <a:r>
              <a:rPr lang="en-US" altLang="ko-KR" sz="16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private: </a:t>
            </a:r>
          </a:p>
          <a:p>
            <a:pPr>
              <a:defRPr/>
            </a:pPr>
            <a:r>
              <a:rPr lang="en-US" altLang="ko-KR" sz="16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</a:t>
            </a:r>
            <a:r>
              <a:rPr lang="en-US" altLang="ko-KR" sz="16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List_Node</a:t>
            </a:r>
            <a:r>
              <a:rPr lang="en-US" altLang="ko-KR" sz="16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&lt;T&gt;* </a:t>
            </a:r>
            <a:r>
              <a:rPr lang="en-US" altLang="ko-KR" sz="16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head_m</a:t>
            </a:r>
            <a:r>
              <a:rPr lang="en-US" altLang="ko-KR" sz="16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; </a:t>
            </a:r>
          </a:p>
          <a:p>
            <a:pPr>
              <a:defRPr/>
            </a:pPr>
            <a:r>
              <a:rPr lang="en-US" altLang="ko-KR" sz="16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</a:t>
            </a:r>
            <a:r>
              <a:rPr lang="en-US" altLang="ko-KR" sz="16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List_Node</a:t>
            </a:r>
            <a:r>
              <a:rPr lang="en-US" altLang="ko-KR" sz="16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&lt;T&gt;* </a:t>
            </a:r>
            <a:r>
              <a:rPr lang="en-US" altLang="ko-KR" sz="16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tail_m</a:t>
            </a:r>
            <a:r>
              <a:rPr lang="en-US" altLang="ko-KR" sz="16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; </a:t>
            </a:r>
          </a:p>
          <a:p>
            <a:pPr>
              <a:defRPr/>
            </a:pPr>
            <a:r>
              <a:rPr lang="en-US" altLang="ko-KR" sz="16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};</a:t>
            </a:r>
          </a:p>
          <a:p>
            <a:pPr>
              <a:defRPr/>
            </a:pPr>
            <a:endParaRPr lang="en-US" altLang="ko-KR" sz="1600" b="1" kern="0" dirty="0">
              <a:latin typeface="Courier New" pitchFamily="49" charset="0"/>
              <a:ea typeface="+mn-ea"/>
              <a:cs typeface="Courier New" pitchFamily="49" charset="0"/>
            </a:endParaRPr>
          </a:p>
          <a:p>
            <a:pPr>
              <a:defRPr/>
            </a:pPr>
            <a:r>
              <a:rPr lang="en-US" altLang="ko-KR" sz="16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template&lt;</a:t>
            </a:r>
            <a:r>
              <a:rPr lang="en-US" altLang="ko-KR" sz="16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typename</a:t>
            </a:r>
            <a:r>
              <a:rPr lang="en-US" altLang="ko-KR" sz="16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T&gt; </a:t>
            </a:r>
          </a:p>
          <a:p>
            <a:pPr>
              <a:defRPr/>
            </a:pPr>
            <a:r>
              <a:rPr lang="en-US" altLang="ko-KR" sz="16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List&lt;T&gt;::List():</a:t>
            </a:r>
            <a:r>
              <a:rPr lang="en-US" altLang="ko-KR" sz="16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head_m</a:t>
            </a:r>
            <a:r>
              <a:rPr lang="en-US" altLang="ko-KR" sz="16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(0),</a:t>
            </a:r>
            <a:r>
              <a:rPr lang="en-US" altLang="ko-KR" sz="16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tail_m</a:t>
            </a:r>
            <a:r>
              <a:rPr lang="en-US" altLang="ko-KR" sz="16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(0){}</a:t>
            </a:r>
            <a:endParaRPr lang="ko-KR" altLang="en-US" sz="1600" b="1" kern="0" dirty="0">
              <a:latin typeface="Courier New" pitchFamily="49" charset="0"/>
              <a:ea typeface="+mn-ea"/>
              <a:cs typeface="Courier New" pitchFamily="49" charset="0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C72B8EDC-FAFA-EB33-526E-B0AFD1AA59F2}"/>
              </a:ext>
            </a:extLst>
          </p:cNvPr>
          <p:cNvSpPr txBox="1">
            <a:spLocks/>
          </p:cNvSpPr>
          <p:nvPr/>
        </p:nvSpPr>
        <p:spPr bwMode="auto">
          <a:xfrm>
            <a:off x="4643438" y="2071688"/>
            <a:ext cx="4429125" cy="45720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ko-KR" altLang="en-US" sz="1600" b="1" dirty="0">
              <a:latin typeface="Courier New" pitchFamily="49" charset="0"/>
              <a:ea typeface="굴림" pitchFamily="50" charset="-127"/>
              <a:cs typeface="Courier New" pitchFamily="49" charset="0"/>
            </a:endParaRPr>
          </a:p>
          <a:p>
            <a:pPr>
              <a:defRPr/>
            </a:pPr>
            <a:r>
              <a:rPr lang="en-US" altLang="ko-KR" sz="16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template&lt;</a:t>
            </a:r>
            <a:r>
              <a:rPr lang="en-US" altLang="ko-KR" sz="16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typename</a:t>
            </a:r>
            <a:r>
              <a:rPr lang="en-US" altLang="ko-KR" sz="16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T&gt; </a:t>
            </a:r>
          </a:p>
          <a:p>
            <a:pPr>
              <a:defRPr/>
            </a:pPr>
            <a:r>
              <a:rPr lang="en-US" altLang="ko-KR" sz="16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void List&lt;T&gt;::append(const T&amp; item) </a:t>
            </a:r>
          </a:p>
          <a:p>
            <a:pPr>
              <a:defRPr/>
            </a:pPr>
            <a:r>
              <a:rPr lang="en-US" altLang="ko-KR" sz="16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{ </a:t>
            </a:r>
          </a:p>
          <a:p>
            <a:pPr>
              <a:defRPr/>
            </a:pPr>
            <a:r>
              <a:rPr lang="en-US" altLang="ko-KR" sz="16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</a:t>
            </a:r>
            <a:r>
              <a:rPr lang="en-US" altLang="ko-KR" sz="16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List_Node</a:t>
            </a:r>
            <a:r>
              <a:rPr lang="en-US" altLang="ko-KR" sz="16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&lt;T&gt;* </a:t>
            </a:r>
            <a:r>
              <a:rPr lang="en-US" altLang="ko-KR" sz="16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new_node</a:t>
            </a:r>
            <a:endParaRPr lang="en-US" altLang="ko-KR" sz="1600" b="1" dirty="0">
              <a:latin typeface="Courier New" pitchFamily="49" charset="0"/>
              <a:ea typeface="굴림" pitchFamily="50" charset="-127"/>
              <a:cs typeface="Courier New" pitchFamily="49" charset="0"/>
            </a:endParaRPr>
          </a:p>
          <a:p>
            <a:pPr>
              <a:defRPr/>
            </a:pPr>
            <a:r>
              <a:rPr lang="en-US" altLang="ko-KR" sz="16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= new </a:t>
            </a:r>
            <a:r>
              <a:rPr lang="en-US" altLang="ko-KR" sz="16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List_Node</a:t>
            </a:r>
            <a:r>
              <a:rPr lang="en-US" altLang="ko-KR" sz="16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&lt;T&gt;(item); </a:t>
            </a:r>
          </a:p>
          <a:p>
            <a:pPr>
              <a:defRPr/>
            </a:pPr>
            <a:r>
              <a:rPr lang="en-US" altLang="ko-KR" sz="16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if (! </a:t>
            </a:r>
            <a:r>
              <a:rPr lang="en-US" altLang="ko-KR" sz="16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tail_m</a:t>
            </a:r>
            <a:r>
              <a:rPr lang="en-US" altLang="ko-KR" sz="16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) {</a:t>
            </a:r>
          </a:p>
          <a:p>
            <a:pPr>
              <a:defRPr/>
            </a:pPr>
            <a:r>
              <a:rPr lang="en-US" altLang="ko-KR" sz="16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</a:t>
            </a:r>
            <a:r>
              <a:rPr lang="en-US" altLang="ko-KR" sz="16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head_m</a:t>
            </a:r>
            <a:r>
              <a:rPr lang="en-US" altLang="ko-KR" sz="16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= </a:t>
            </a:r>
            <a:r>
              <a:rPr lang="en-US" altLang="ko-KR" sz="16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tail_m</a:t>
            </a:r>
            <a:r>
              <a:rPr lang="en-US" altLang="ko-KR" sz="16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= </a:t>
            </a:r>
            <a:r>
              <a:rPr lang="en-US" altLang="ko-KR" sz="16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new_node</a:t>
            </a:r>
            <a:r>
              <a:rPr lang="en-US" altLang="ko-KR" sz="16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; </a:t>
            </a:r>
          </a:p>
          <a:p>
            <a:pPr>
              <a:defRPr/>
            </a:pPr>
            <a:r>
              <a:rPr lang="en-US" altLang="ko-KR" sz="16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} else {</a:t>
            </a:r>
          </a:p>
          <a:p>
            <a:pPr>
              <a:defRPr/>
            </a:pPr>
            <a:r>
              <a:rPr lang="en-US" altLang="ko-KR" sz="1600" b="1" i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// ... </a:t>
            </a:r>
          </a:p>
          <a:p>
            <a:pPr>
              <a:defRPr/>
            </a:pPr>
            <a:r>
              <a:rPr lang="en-US" altLang="ko-KR" sz="16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}</a:t>
            </a:r>
          </a:p>
          <a:p>
            <a:pPr>
              <a:defRPr/>
            </a:pPr>
            <a:r>
              <a:rPr lang="en-US" altLang="ko-KR" sz="16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}</a:t>
            </a:r>
            <a:endParaRPr lang="ko-KR" altLang="en-US" sz="1600" b="1" kern="0" dirty="0">
              <a:latin typeface="Courier New" pitchFamily="49" charset="0"/>
              <a:ea typeface="+mn-ea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제목 1">
            <a:extLst>
              <a:ext uri="{FF2B5EF4-FFF2-40B4-BE49-F238E27FC236}">
                <a16:creationId xmlns:a16="http://schemas.microsoft.com/office/drawing/2014/main" id="{F68720AB-76BE-B4BB-EDBE-0E805BFF6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000" b="1" u="sng"/>
              <a:t>Class Templates : List Example</a:t>
            </a:r>
            <a:endParaRPr lang="ko-KR" altLang="en-US" sz="4000" b="1" u="sng"/>
          </a:p>
        </p:txBody>
      </p:sp>
      <p:sp>
        <p:nvSpPr>
          <p:cNvPr id="12291" name="내용 개체 틀 2">
            <a:extLst>
              <a:ext uri="{FF2B5EF4-FFF2-40B4-BE49-F238E27FC236}">
                <a16:creationId xmlns:a16="http://schemas.microsoft.com/office/drawing/2014/main" id="{4BD71E90-DF1D-F971-EA2D-93F210A37E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000"/>
              <a:t>Now we can use our brand new list class to store any type of element that we want, without having to resort to “code reuse by copying”: </a:t>
            </a:r>
          </a:p>
          <a:p>
            <a:endParaRPr lang="ko-KR" altLang="en-US" sz="2000"/>
          </a:p>
          <a:p>
            <a:pPr>
              <a:buFont typeface="Wingdings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		List&lt;Person&gt; people; </a:t>
            </a:r>
          </a:p>
          <a:p>
            <a:pPr>
              <a:buFont typeface="Wingdings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		Person person(“JaneDoe”); </a:t>
            </a:r>
          </a:p>
          <a:p>
            <a:pPr>
              <a:buFont typeface="Wingdings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		people.append(person); </a:t>
            </a:r>
          </a:p>
          <a:p>
            <a:pPr>
              <a:buFont typeface="Wingdings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		people.append(Person(“JohnDoe”)); </a:t>
            </a:r>
          </a:p>
          <a:p>
            <a:pPr>
              <a:buFont typeface="Wingdings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</a:p>
          <a:p>
            <a:pPr>
              <a:buFont typeface="Wingdings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		List&lt;int&gt; primes; </a:t>
            </a:r>
          </a:p>
          <a:p>
            <a:pPr>
              <a:buFont typeface="Wingdings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		primes.append(2); </a:t>
            </a:r>
          </a:p>
          <a:p>
            <a:pPr>
              <a:buFont typeface="Wingdings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		primes.append(3); </a:t>
            </a:r>
          </a:p>
          <a:p>
            <a:pPr>
              <a:buFont typeface="Wingdings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		primes.append(5);</a:t>
            </a:r>
            <a:endParaRPr lang="ko-KR" altLang="en-US" sz="16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제목 1">
            <a:extLst>
              <a:ext uri="{FF2B5EF4-FFF2-40B4-BE49-F238E27FC236}">
                <a16:creationId xmlns:a16="http://schemas.microsoft.com/office/drawing/2014/main" id="{E517346B-2359-0E6D-D78F-2A0AD3DB9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b="1" u="sng"/>
              <a:t>Difference between </a:t>
            </a:r>
            <a:br>
              <a:rPr lang="en-US" altLang="ko-KR" sz="3200" b="1" u="sng"/>
            </a:br>
            <a:r>
              <a:rPr lang="en-US" altLang="ko-KR" sz="3200" b="1" u="sng"/>
              <a:t>class &amp; function templates</a:t>
            </a:r>
            <a:endParaRPr lang="ko-KR" altLang="en-US" sz="3200" b="1" u="sng"/>
          </a:p>
        </p:txBody>
      </p:sp>
      <p:sp>
        <p:nvSpPr>
          <p:cNvPr id="13315" name="내용 개체 틀 2">
            <a:extLst>
              <a:ext uri="{FF2B5EF4-FFF2-40B4-BE49-F238E27FC236}">
                <a16:creationId xmlns:a16="http://schemas.microsoft.com/office/drawing/2014/main" id="{66EA018B-CF60-23D3-AB2C-467759CA80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000"/>
              <a:t>Remember that for function templates, the compiler can infer the template arguments: </a:t>
            </a:r>
          </a:p>
          <a:p>
            <a:endParaRPr lang="ko-KR" altLang="en-US" sz="2000"/>
          </a:p>
          <a:p>
            <a:pPr>
              <a:buFont typeface="Wingdings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  <a:cs typeface="Courier New" panose="02070309020205020404" pitchFamily="49" charset="0"/>
              </a:rPr>
              <a:t>		Int i = max(4, 5); </a:t>
            </a:r>
          </a:p>
          <a:p>
            <a:pPr>
              <a:buFont typeface="Wingdings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  <a:cs typeface="Courier New" panose="02070309020205020404" pitchFamily="49" charset="0"/>
              </a:rPr>
              <a:t>		Int j = max&lt;int&gt;(7, 2);</a:t>
            </a:r>
            <a:r>
              <a:rPr lang="en-US" altLang="ko-KR" sz="1800" b="1" i="1">
                <a:latin typeface="Courier New" panose="02070309020205020404" pitchFamily="49" charset="0"/>
                <a:cs typeface="Courier New" panose="02070309020205020404" pitchFamily="49" charset="0"/>
              </a:rPr>
              <a:t>// OK, but not needed </a:t>
            </a:r>
          </a:p>
          <a:p>
            <a:endParaRPr lang="en-US" altLang="ko-KR" sz="2000"/>
          </a:p>
          <a:p>
            <a:r>
              <a:rPr lang="en-US" altLang="ko-KR" sz="2000"/>
              <a:t>For class templates, you always have to specify the actual template arguments; the compiler does not infer the template arguments: </a:t>
            </a:r>
          </a:p>
          <a:p>
            <a:endParaRPr lang="ko-KR" altLang="en-US" sz="2000"/>
          </a:p>
          <a:p>
            <a:pPr>
              <a:buFont typeface="Wingdings" pitchFamily="2" charset="2"/>
              <a:buNone/>
            </a:pPr>
            <a:r>
              <a:rPr lang="en-US" altLang="ko-KR" sz="2000"/>
              <a:t>	</a:t>
            </a:r>
            <a:r>
              <a:rPr lang="en-US" altLang="ko-KR" sz="1800" b="1">
                <a:latin typeface="Courier New" panose="02070309020205020404" pitchFamily="49" charset="0"/>
                <a:cs typeface="Courier New" panose="02070309020205020404" pitchFamily="49" charset="0"/>
              </a:rPr>
              <a:t>	List primes;</a:t>
            </a:r>
            <a:r>
              <a:rPr lang="en-US" altLang="ko-KR" sz="1800" b="1" i="1">
                <a:latin typeface="Courier New" panose="02070309020205020404" pitchFamily="49" charset="0"/>
                <a:cs typeface="Courier New" panose="02070309020205020404" pitchFamily="49" charset="0"/>
              </a:rPr>
              <a:t>// Error </a:t>
            </a:r>
          </a:p>
          <a:p>
            <a:pPr>
              <a:buFont typeface="Wingdings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  <a:cs typeface="Courier New" panose="02070309020205020404" pitchFamily="49" charset="0"/>
              </a:rPr>
              <a:t>		List&lt;int&gt; primes; // OK</a:t>
            </a:r>
          </a:p>
          <a:p>
            <a:pPr>
              <a:buFont typeface="Wingdings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  <a:cs typeface="Courier New" panose="02070309020205020404" pitchFamily="49" charset="0"/>
              </a:rPr>
              <a:t>		primes.append(2);</a:t>
            </a:r>
            <a:endParaRPr lang="ko-KR" altLang="en-US" sz="18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제목 1">
            <a:extLst>
              <a:ext uri="{FF2B5EF4-FFF2-40B4-BE49-F238E27FC236}">
                <a16:creationId xmlns:a16="http://schemas.microsoft.com/office/drawing/2014/main" id="{D76932FE-C1B4-131A-1CAF-B9D8585B2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Common Errors</a:t>
            </a:r>
            <a:endParaRPr lang="ko-KR" altLang="en-US" b="1" u="sng"/>
          </a:p>
        </p:txBody>
      </p:sp>
      <p:sp>
        <p:nvSpPr>
          <p:cNvPr id="14339" name="내용 개체 틀 2">
            <a:extLst>
              <a:ext uri="{FF2B5EF4-FFF2-40B4-BE49-F238E27FC236}">
                <a16:creationId xmlns:a16="http://schemas.microsoft.com/office/drawing/2014/main" id="{891167AA-F899-65B2-3FDF-4ED3D7DFB3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	template &lt;class T&gt; T* create() { ... } ; </a:t>
            </a:r>
          </a:p>
          <a:p>
            <a:pPr>
              <a:buFont typeface="Wingdings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	template &lt;class T&gt; void f() </a:t>
            </a:r>
          </a:p>
          <a:p>
            <a:pPr>
              <a:buFont typeface="Wingdings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	{ </a:t>
            </a:r>
          </a:p>
          <a:p>
            <a:pPr>
              <a:buFont typeface="Wingdings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		T a; </a:t>
            </a:r>
          </a:p>
          <a:p>
            <a:pPr>
              <a:buFont typeface="Wingdings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		... </a:t>
            </a:r>
          </a:p>
          <a:p>
            <a:pPr>
              <a:buFont typeface="Wingdings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  <a:r>
              <a:rPr lang="en-US" altLang="ko-KR" sz="2000"/>
              <a:t> </a:t>
            </a:r>
          </a:p>
          <a:p>
            <a:r>
              <a:rPr lang="en-US" altLang="ko-KR" sz="2000"/>
              <a:t>With the template definition above, what is the function type of the following calls? </a:t>
            </a:r>
          </a:p>
          <a:p>
            <a:endParaRPr lang="ko-KR" altLang="en-US" sz="2000"/>
          </a:p>
          <a:p>
            <a:pPr>
              <a:buFont typeface="Wingdings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		create();</a:t>
            </a:r>
            <a:r>
              <a:rPr lang="en-US" altLang="ko-KR" sz="1600" b="1" i="1">
                <a:latin typeface="Courier New" panose="02070309020205020404" pitchFamily="49" charset="0"/>
                <a:cs typeface="Courier New" panose="02070309020205020404" pitchFamily="49" charset="0"/>
              </a:rPr>
              <a:t>// Error! Use e.g. create&lt;int&gt;() instead </a:t>
            </a:r>
          </a:p>
          <a:p>
            <a:pPr>
              <a:buFont typeface="Wingdings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		f();</a:t>
            </a:r>
            <a:r>
              <a:rPr lang="en-US" altLang="ko-KR" sz="1600" b="1" i="1">
                <a:latin typeface="Courier New" panose="02070309020205020404" pitchFamily="49" charset="0"/>
                <a:cs typeface="Courier New" panose="02070309020205020404" pitchFamily="49" charset="0"/>
              </a:rPr>
              <a:t>// Error! Use e.g. f&lt;float&gt;() instead </a:t>
            </a:r>
          </a:p>
          <a:p>
            <a:pPr>
              <a:buFont typeface="Wingdings" pitchFamily="2" charset="2"/>
              <a:buNone/>
            </a:pPr>
            <a:endParaRPr lang="en-US" altLang="ko-KR" sz="2000" i="1"/>
          </a:p>
          <a:p>
            <a:r>
              <a:rPr lang="en-US" altLang="ko-KR" sz="2000"/>
              <a:t>Reason: the compiler has to be able to infer the actual function types from calls to the template function. </a:t>
            </a:r>
          </a:p>
          <a:p>
            <a:pPr>
              <a:buFont typeface="Wingdings" pitchFamily="2" charset="2"/>
              <a:buNone/>
            </a:pPr>
            <a:endParaRPr lang="ko-KR" altLang="en-US" sz="2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제목 1">
            <a:extLst>
              <a:ext uri="{FF2B5EF4-FFF2-40B4-BE49-F238E27FC236}">
                <a16:creationId xmlns:a16="http://schemas.microsoft.com/office/drawing/2014/main" id="{14E1C5C6-8A0A-0E48-79A8-A9C09608E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Exercise</a:t>
            </a:r>
            <a:endParaRPr lang="ko-KR" altLang="en-US" b="1" u="sng"/>
          </a:p>
        </p:txBody>
      </p:sp>
      <p:sp>
        <p:nvSpPr>
          <p:cNvPr id="15363" name="내용 개체 틀 2">
            <a:extLst>
              <a:ext uri="{FF2B5EF4-FFF2-40B4-BE49-F238E27FC236}">
                <a16:creationId xmlns:a16="http://schemas.microsoft.com/office/drawing/2014/main" id="{8ADC7271-2971-E050-084E-F62B621BDB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Write a stack class with templates</a:t>
            </a:r>
            <a:endParaRPr lang="ko-KR" altLang="en-US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2C72779E-1990-44B6-614A-C3DB0361B62E}"/>
              </a:ext>
            </a:extLst>
          </p:cNvPr>
          <p:cNvSpPr txBox="1">
            <a:spLocks/>
          </p:cNvSpPr>
          <p:nvPr/>
        </p:nvSpPr>
        <p:spPr bwMode="auto">
          <a:xfrm>
            <a:off x="571500" y="2214563"/>
            <a:ext cx="3900488" cy="40005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r>
              <a:rPr lang="en-US" altLang="ko-KR" sz="16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template&lt;</a:t>
            </a:r>
            <a:r>
              <a:rPr lang="en-US" altLang="ko-KR" sz="16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typename</a:t>
            </a:r>
            <a:r>
              <a:rPr lang="en-US" altLang="ko-KR" sz="16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T&gt; </a:t>
            </a:r>
          </a:p>
          <a:p>
            <a:pPr>
              <a:defRPr/>
            </a:pPr>
            <a:r>
              <a:rPr lang="en-US" altLang="ko-KR" sz="16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class Stack { </a:t>
            </a:r>
          </a:p>
          <a:p>
            <a:pPr>
              <a:defRPr/>
            </a:pPr>
            <a:r>
              <a:rPr lang="en-US" altLang="ko-KR" sz="16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public: </a:t>
            </a:r>
          </a:p>
          <a:p>
            <a:pPr>
              <a:defRPr/>
            </a:pPr>
            <a:r>
              <a:rPr lang="en-US" altLang="ko-KR" sz="16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Stack(</a:t>
            </a:r>
            <a:r>
              <a:rPr lang="en-US" altLang="ko-KR" sz="16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int</a:t>
            </a:r>
            <a:r>
              <a:rPr lang="en-US" altLang="ko-KR" sz="16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= 100); </a:t>
            </a:r>
          </a:p>
          <a:p>
            <a:pPr>
              <a:defRPr/>
            </a:pPr>
            <a:r>
              <a:rPr lang="en-US" altLang="ko-KR" sz="16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~Stack();</a:t>
            </a:r>
          </a:p>
          <a:p>
            <a:pPr>
              <a:defRPr/>
            </a:pPr>
            <a:r>
              <a:rPr lang="en-US" altLang="ko-KR" sz="16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</a:t>
            </a:r>
            <a:r>
              <a:rPr lang="en-US" altLang="ko-KR" sz="16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bool</a:t>
            </a:r>
            <a:r>
              <a:rPr lang="en-US" altLang="ko-KR" sz="16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push(const T&amp;);</a:t>
            </a:r>
          </a:p>
          <a:p>
            <a:pPr>
              <a:defRPr/>
            </a:pPr>
            <a:r>
              <a:rPr lang="en-US" altLang="ko-KR" sz="16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</a:t>
            </a:r>
            <a:r>
              <a:rPr lang="en-US" altLang="ko-KR" sz="16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bool</a:t>
            </a:r>
            <a:r>
              <a:rPr lang="en-US" altLang="ko-KR" sz="16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pop(T&amp;);</a:t>
            </a:r>
          </a:p>
          <a:p>
            <a:pPr>
              <a:defRPr/>
            </a:pPr>
            <a:r>
              <a:rPr lang="en-US" altLang="ko-KR" sz="16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</a:t>
            </a:r>
            <a:r>
              <a:rPr lang="en-US" altLang="ko-KR" sz="16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bool</a:t>
            </a:r>
            <a:r>
              <a:rPr lang="en-US" altLang="ko-KR" sz="16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</a:t>
            </a:r>
            <a:r>
              <a:rPr lang="en-US" altLang="ko-KR" sz="16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isEmpty</a:t>
            </a:r>
            <a:r>
              <a:rPr lang="en-US" altLang="ko-KR" sz="16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() const;</a:t>
            </a:r>
          </a:p>
          <a:p>
            <a:pPr>
              <a:defRPr/>
            </a:pPr>
            <a:r>
              <a:rPr lang="en-US" altLang="ko-KR" sz="16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</a:t>
            </a:r>
            <a:r>
              <a:rPr lang="en-US" altLang="ko-KR" sz="16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bool</a:t>
            </a:r>
            <a:r>
              <a:rPr lang="en-US" altLang="ko-KR" sz="16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</a:t>
            </a:r>
            <a:r>
              <a:rPr lang="en-US" altLang="ko-KR" sz="16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isFull</a:t>
            </a:r>
            <a:r>
              <a:rPr lang="en-US" altLang="ko-KR" sz="16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() const;    </a:t>
            </a:r>
          </a:p>
          <a:p>
            <a:pPr>
              <a:defRPr/>
            </a:pPr>
            <a:endParaRPr lang="en-US" altLang="ko-KR" sz="1600" b="1" dirty="0">
              <a:latin typeface="Courier New" pitchFamily="49" charset="0"/>
              <a:ea typeface="굴림" pitchFamily="50" charset="-127"/>
              <a:cs typeface="Courier New" pitchFamily="49" charset="0"/>
            </a:endParaRPr>
          </a:p>
          <a:p>
            <a:pPr>
              <a:defRPr/>
            </a:pPr>
            <a:r>
              <a:rPr lang="en-US" altLang="ko-KR" sz="16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private: </a:t>
            </a:r>
          </a:p>
          <a:p>
            <a:pPr>
              <a:defRPr/>
            </a:pPr>
            <a:r>
              <a:rPr lang="en-US" altLang="ko-KR" sz="16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</a:t>
            </a:r>
            <a:r>
              <a:rPr lang="en-US" altLang="ko-KR" sz="16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int</a:t>
            </a:r>
            <a:r>
              <a:rPr lang="en-US" altLang="ko-KR" sz="16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size; </a:t>
            </a:r>
          </a:p>
          <a:p>
            <a:pPr>
              <a:defRPr/>
            </a:pPr>
            <a:r>
              <a:rPr lang="en-US" altLang="ko-KR" sz="16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</a:t>
            </a:r>
            <a:r>
              <a:rPr lang="en-US" altLang="ko-KR" sz="16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int</a:t>
            </a:r>
            <a:r>
              <a:rPr lang="en-US" altLang="ko-KR" sz="16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top; </a:t>
            </a:r>
          </a:p>
          <a:p>
            <a:pPr>
              <a:defRPr/>
            </a:pPr>
            <a:r>
              <a:rPr lang="en-US" altLang="ko-KR" sz="16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T *</a:t>
            </a:r>
            <a:r>
              <a:rPr lang="en-US" altLang="ko-KR" sz="16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stackPtr</a:t>
            </a:r>
            <a:r>
              <a:rPr lang="en-US" altLang="ko-KR" sz="16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US" altLang="ko-KR" sz="16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};</a:t>
            </a:r>
          </a:p>
          <a:p>
            <a:pPr>
              <a:defRPr/>
            </a:pPr>
            <a:endParaRPr lang="en-US" altLang="ko-KR" sz="1600" b="1" kern="0" dirty="0">
              <a:latin typeface="Courier New" pitchFamily="49" charset="0"/>
              <a:ea typeface="+mn-ea"/>
              <a:cs typeface="Courier New" pitchFamily="49" charset="0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1071D751-1EFB-DFAF-8B22-97733E8D6C91}"/>
              </a:ext>
            </a:extLst>
          </p:cNvPr>
          <p:cNvSpPr txBox="1">
            <a:spLocks/>
          </p:cNvSpPr>
          <p:nvPr/>
        </p:nvSpPr>
        <p:spPr bwMode="auto">
          <a:xfrm>
            <a:off x="4672013" y="2214563"/>
            <a:ext cx="3900487" cy="40005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 altLang="ko-KR" sz="1600" b="1" dirty="0">
              <a:latin typeface="Courier New" pitchFamily="49" charset="0"/>
              <a:ea typeface="굴림" pitchFamily="50" charset="-127"/>
              <a:cs typeface="Courier New" pitchFamily="49" charset="0"/>
            </a:endParaRPr>
          </a:p>
          <a:p>
            <a:pPr>
              <a:defRPr/>
            </a:pPr>
            <a:r>
              <a:rPr lang="en-US" altLang="ko-KR" sz="1600" b="1" kern="0" dirty="0" err="1">
                <a:latin typeface="Courier New" pitchFamily="49" charset="0"/>
                <a:ea typeface="+mn-ea"/>
                <a:cs typeface="Courier New" pitchFamily="49" charset="0"/>
              </a:rPr>
              <a:t>int</a:t>
            </a:r>
            <a:r>
              <a:rPr lang="en-US" altLang="ko-KR" sz="1600" b="1" kern="0" dirty="0">
                <a:latin typeface="Courier New" pitchFamily="49" charset="0"/>
                <a:ea typeface="+mn-ea"/>
                <a:cs typeface="Courier New" pitchFamily="49" charset="0"/>
              </a:rPr>
              <a:t> main()</a:t>
            </a:r>
          </a:p>
          <a:p>
            <a:pPr>
              <a:defRPr/>
            </a:pPr>
            <a:r>
              <a:rPr lang="en-US" altLang="ko-KR" sz="1600" b="1" kern="0" dirty="0">
                <a:latin typeface="Courier New" pitchFamily="49" charset="0"/>
                <a:ea typeface="+mn-ea"/>
                <a:cs typeface="Courier New" pitchFamily="49" charset="0"/>
              </a:rPr>
              <a:t>{</a:t>
            </a:r>
          </a:p>
          <a:p>
            <a:pPr>
              <a:defRPr/>
            </a:pPr>
            <a:r>
              <a:rPr lang="en-US" altLang="ko-KR" sz="1600" b="1" kern="0" dirty="0">
                <a:latin typeface="Courier New" pitchFamily="49" charset="0"/>
                <a:ea typeface="+mn-ea"/>
                <a:cs typeface="Courier New" pitchFamily="49" charset="0"/>
              </a:rPr>
              <a:t>    </a:t>
            </a:r>
            <a:r>
              <a:rPr lang="en-US" altLang="ko-KR" sz="1600" b="1" kern="0" dirty="0" err="1">
                <a:latin typeface="Courier New" pitchFamily="49" charset="0"/>
                <a:ea typeface="+mn-ea"/>
                <a:cs typeface="Courier New" pitchFamily="49" charset="0"/>
              </a:rPr>
              <a:t>int</a:t>
            </a:r>
            <a:r>
              <a:rPr lang="en-US" altLang="ko-KR" sz="1600" b="1" kern="0" dirty="0">
                <a:latin typeface="Courier New" pitchFamily="49" charset="0"/>
                <a:ea typeface="+mn-ea"/>
                <a:cs typeface="Courier New" pitchFamily="49" charset="0"/>
              </a:rPr>
              <a:t> x, y;</a:t>
            </a:r>
          </a:p>
          <a:p>
            <a:pPr>
              <a:defRPr/>
            </a:pPr>
            <a:endParaRPr lang="en-US" altLang="ko-KR" sz="1600" b="1" kern="0" dirty="0">
              <a:latin typeface="Courier New" pitchFamily="49" charset="0"/>
              <a:ea typeface="+mn-ea"/>
              <a:cs typeface="Courier New" pitchFamily="49" charset="0"/>
            </a:endParaRPr>
          </a:p>
          <a:p>
            <a:pPr>
              <a:defRPr/>
            </a:pPr>
            <a:r>
              <a:rPr lang="en-US" altLang="ko-KR" sz="1600" b="1" kern="0" dirty="0">
                <a:latin typeface="Courier New" pitchFamily="49" charset="0"/>
                <a:ea typeface="+mn-ea"/>
                <a:cs typeface="Courier New" pitchFamily="49" charset="0"/>
              </a:rPr>
              <a:t>    Stack&lt;</a:t>
            </a:r>
            <a:r>
              <a:rPr lang="en-US" altLang="ko-KR" sz="1600" b="1" kern="0" dirty="0" err="1">
                <a:latin typeface="Courier New" pitchFamily="49" charset="0"/>
                <a:ea typeface="+mn-ea"/>
                <a:cs typeface="Courier New" pitchFamily="49" charset="0"/>
              </a:rPr>
              <a:t>int</a:t>
            </a:r>
            <a:r>
              <a:rPr lang="en-US" altLang="ko-KR" sz="1600" b="1" kern="0" dirty="0">
                <a:latin typeface="Courier New" pitchFamily="49" charset="0"/>
                <a:ea typeface="+mn-ea"/>
                <a:cs typeface="Courier New" pitchFamily="49" charset="0"/>
              </a:rPr>
              <a:t>&gt; </a:t>
            </a:r>
            <a:r>
              <a:rPr lang="en-US" altLang="ko-KR" sz="1600" b="1" kern="0" dirty="0" err="1">
                <a:latin typeface="Courier New" pitchFamily="49" charset="0"/>
                <a:ea typeface="+mn-ea"/>
                <a:cs typeface="Courier New" pitchFamily="49" charset="0"/>
              </a:rPr>
              <a:t>intStack</a:t>
            </a:r>
            <a:r>
              <a:rPr lang="en-US" altLang="ko-KR" sz="1600" b="1" kern="0" dirty="0">
                <a:latin typeface="Courier New" pitchFamily="49" charset="0"/>
                <a:ea typeface="+mn-ea"/>
                <a:cs typeface="Courier New" pitchFamily="49" charset="0"/>
              </a:rPr>
              <a:t>(5);</a:t>
            </a:r>
          </a:p>
          <a:p>
            <a:pPr>
              <a:defRPr/>
            </a:pPr>
            <a:r>
              <a:rPr lang="en-US" altLang="ko-KR" sz="1600" b="1" kern="0" dirty="0">
                <a:latin typeface="Courier New" pitchFamily="49" charset="0"/>
                <a:ea typeface="+mn-ea"/>
                <a:cs typeface="Courier New" pitchFamily="49" charset="0"/>
              </a:rPr>
              <a:t>    </a:t>
            </a:r>
            <a:r>
              <a:rPr lang="en-US" altLang="ko-KR" sz="1600" b="1" kern="0" dirty="0" err="1">
                <a:latin typeface="Courier New" pitchFamily="49" charset="0"/>
                <a:ea typeface="+mn-ea"/>
                <a:cs typeface="Courier New" pitchFamily="49" charset="0"/>
              </a:rPr>
              <a:t>intStack.push</a:t>
            </a:r>
            <a:r>
              <a:rPr lang="en-US" altLang="ko-KR" sz="1600" b="1" kern="0" dirty="0">
                <a:latin typeface="Courier New" pitchFamily="49" charset="0"/>
                <a:ea typeface="+mn-ea"/>
                <a:cs typeface="Courier New" pitchFamily="49" charset="0"/>
              </a:rPr>
              <a:t>(5);</a:t>
            </a:r>
          </a:p>
          <a:p>
            <a:pPr>
              <a:defRPr/>
            </a:pPr>
            <a:r>
              <a:rPr lang="en-US" altLang="ko-KR" sz="1600" b="1" kern="0" dirty="0">
                <a:latin typeface="Courier New" pitchFamily="49" charset="0"/>
                <a:ea typeface="+mn-ea"/>
                <a:cs typeface="Courier New" pitchFamily="49" charset="0"/>
              </a:rPr>
              <a:t>    </a:t>
            </a:r>
            <a:r>
              <a:rPr lang="en-US" altLang="ko-KR" sz="1600" b="1" kern="0" dirty="0" err="1">
                <a:latin typeface="Courier New" pitchFamily="49" charset="0"/>
                <a:ea typeface="+mn-ea"/>
                <a:cs typeface="Courier New" pitchFamily="49" charset="0"/>
              </a:rPr>
              <a:t>intStack.push</a:t>
            </a:r>
            <a:r>
              <a:rPr lang="en-US" altLang="ko-KR" sz="1600" b="1" kern="0" dirty="0">
                <a:latin typeface="Courier New" pitchFamily="49" charset="0"/>
                <a:ea typeface="+mn-ea"/>
                <a:cs typeface="Courier New" pitchFamily="49" charset="0"/>
              </a:rPr>
              <a:t>(8);</a:t>
            </a:r>
          </a:p>
          <a:p>
            <a:pPr>
              <a:defRPr/>
            </a:pPr>
            <a:r>
              <a:rPr lang="en-US" altLang="ko-KR" sz="1600" b="1" kern="0" dirty="0">
                <a:latin typeface="Courier New" pitchFamily="49" charset="0"/>
                <a:ea typeface="+mn-ea"/>
                <a:cs typeface="Courier New" pitchFamily="49" charset="0"/>
              </a:rPr>
              <a:t>    intStack.pop(x);</a:t>
            </a:r>
          </a:p>
          <a:p>
            <a:pPr>
              <a:defRPr/>
            </a:pPr>
            <a:r>
              <a:rPr lang="en-US" altLang="ko-KR" sz="1600" b="1" kern="0" dirty="0">
                <a:latin typeface="Courier New" pitchFamily="49" charset="0"/>
                <a:ea typeface="+mn-ea"/>
                <a:cs typeface="Courier New" pitchFamily="49" charset="0"/>
              </a:rPr>
              <a:t>    intStack.pop(y);</a:t>
            </a:r>
          </a:p>
          <a:p>
            <a:pPr>
              <a:defRPr/>
            </a:pPr>
            <a:endParaRPr lang="en-US" altLang="ko-KR" sz="1600" b="1" kern="0" dirty="0">
              <a:latin typeface="Courier New" pitchFamily="49" charset="0"/>
              <a:ea typeface="+mn-ea"/>
              <a:cs typeface="Courier New" pitchFamily="49" charset="0"/>
            </a:endParaRPr>
          </a:p>
          <a:p>
            <a:pPr>
              <a:defRPr/>
            </a:pPr>
            <a:r>
              <a:rPr lang="en-US" altLang="ko-KR" sz="1600" b="1" kern="0" dirty="0">
                <a:latin typeface="Courier New" pitchFamily="49" charset="0"/>
                <a:ea typeface="+mn-ea"/>
                <a:cs typeface="Courier New" pitchFamily="49" charset="0"/>
              </a:rPr>
              <a:t>    </a:t>
            </a:r>
            <a:r>
              <a:rPr lang="en-US" altLang="ko-KR" sz="1600" b="1" kern="0" dirty="0" err="1">
                <a:latin typeface="Courier New" pitchFamily="49" charset="0"/>
                <a:ea typeface="+mn-ea"/>
                <a:cs typeface="Courier New" pitchFamily="49" charset="0"/>
              </a:rPr>
              <a:t>cout</a:t>
            </a:r>
            <a:r>
              <a:rPr lang="en-US" altLang="ko-KR" sz="1600" b="1" kern="0" dirty="0">
                <a:latin typeface="Courier New" pitchFamily="49" charset="0"/>
                <a:ea typeface="+mn-ea"/>
                <a:cs typeface="Courier New" pitchFamily="49" charset="0"/>
              </a:rPr>
              <a:t> &lt;&lt; x &lt;&lt; </a:t>
            </a:r>
            <a:r>
              <a:rPr lang="en-US" altLang="ko-KR" sz="1600" b="1" kern="0" dirty="0" err="1">
                <a:latin typeface="Courier New" pitchFamily="49" charset="0"/>
                <a:ea typeface="+mn-ea"/>
                <a:cs typeface="Courier New" pitchFamily="49" charset="0"/>
              </a:rPr>
              <a:t>endl</a:t>
            </a:r>
            <a:r>
              <a:rPr lang="en-US" altLang="ko-KR" sz="1600" b="1" kern="0" dirty="0">
                <a:latin typeface="Courier New" pitchFamily="49" charset="0"/>
                <a:ea typeface="+mn-ea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US" altLang="ko-KR" sz="1600" b="1" kern="0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</a:t>
            </a:r>
            <a:r>
              <a:rPr lang="en-US" altLang="ko-KR" sz="1600" b="1" kern="0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cout</a:t>
            </a:r>
            <a:r>
              <a:rPr lang="en-US" altLang="ko-KR" sz="1600" b="1" kern="0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&lt;&lt; y &lt;&lt; </a:t>
            </a:r>
            <a:r>
              <a:rPr lang="en-US" altLang="ko-KR" sz="1600" b="1" kern="0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endl</a:t>
            </a:r>
            <a:r>
              <a:rPr lang="en-US" altLang="ko-KR" sz="1600" b="1" kern="0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;</a:t>
            </a:r>
          </a:p>
          <a:p>
            <a:pPr>
              <a:defRPr/>
            </a:pPr>
            <a:endParaRPr lang="en-US" altLang="ko-KR" sz="1600" b="1" kern="0" dirty="0">
              <a:latin typeface="Courier New" pitchFamily="49" charset="0"/>
              <a:ea typeface="+mn-ea"/>
              <a:cs typeface="Courier New" pitchFamily="49" charset="0"/>
            </a:endParaRPr>
          </a:p>
          <a:p>
            <a:pPr>
              <a:defRPr/>
            </a:pPr>
            <a:r>
              <a:rPr lang="en-US" altLang="ko-KR" sz="1600" b="1" kern="0" dirty="0">
                <a:latin typeface="Courier New" pitchFamily="49" charset="0"/>
                <a:ea typeface="+mn-ea"/>
                <a:cs typeface="Courier New" pitchFamily="49" charset="0"/>
              </a:rPr>
              <a:t>    return 0;</a:t>
            </a:r>
          </a:p>
          <a:p>
            <a:pPr>
              <a:defRPr/>
            </a:pPr>
            <a:r>
              <a:rPr lang="en-US" altLang="ko-KR" sz="1600" b="1" kern="0" dirty="0">
                <a:latin typeface="Courier New" pitchFamily="49" charset="0"/>
                <a:ea typeface="+mn-ea"/>
                <a:cs typeface="Courier New" pitchFamily="49" charset="0"/>
              </a:rPr>
              <a:t>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네모의 미">
  <a:themeElements>
    <a:clrScheme name="네모의 미 1">
      <a:dk1>
        <a:srgbClr val="000000"/>
      </a:dk1>
      <a:lt1>
        <a:srgbClr val="FFFFBF"/>
      </a:lt1>
      <a:dk2>
        <a:srgbClr val="666633"/>
      </a:dk2>
      <a:lt2>
        <a:srgbClr val="969696"/>
      </a:lt2>
      <a:accent1>
        <a:srgbClr val="99CC00"/>
      </a:accent1>
      <a:accent2>
        <a:srgbClr val="247C41"/>
      </a:accent2>
      <a:accent3>
        <a:srgbClr val="FFFFDC"/>
      </a:accent3>
      <a:accent4>
        <a:srgbClr val="000000"/>
      </a:accent4>
      <a:accent5>
        <a:srgbClr val="CAE2AA"/>
      </a:accent5>
      <a:accent6>
        <a:srgbClr val="20703A"/>
      </a:accent6>
      <a:hlink>
        <a:srgbClr val="EBA9D0"/>
      </a:hlink>
      <a:folHlink>
        <a:srgbClr val="CFBA7D"/>
      </a:folHlink>
    </a:clrScheme>
    <a:fontScheme name="네모의 미">
      <a:majorFont>
        <a:latin typeface="굴림"/>
        <a:ea typeface="굴림"/>
        <a:cs typeface="Arial"/>
      </a:majorFont>
      <a:minorFont>
        <a:latin typeface="굴림"/>
        <a:ea typeface="굴림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네모의 미 1">
        <a:dk1>
          <a:srgbClr val="000000"/>
        </a:dk1>
        <a:lt1>
          <a:srgbClr val="FFFFBF"/>
        </a:lt1>
        <a:dk2>
          <a:srgbClr val="666633"/>
        </a:dk2>
        <a:lt2>
          <a:srgbClr val="969696"/>
        </a:lt2>
        <a:accent1>
          <a:srgbClr val="99CC00"/>
        </a:accent1>
        <a:accent2>
          <a:srgbClr val="247C41"/>
        </a:accent2>
        <a:accent3>
          <a:srgbClr val="FFFFDC"/>
        </a:accent3>
        <a:accent4>
          <a:srgbClr val="000000"/>
        </a:accent4>
        <a:accent5>
          <a:srgbClr val="CAE2AA"/>
        </a:accent5>
        <a:accent6>
          <a:srgbClr val="20703A"/>
        </a:accent6>
        <a:hlink>
          <a:srgbClr val="EBA9D0"/>
        </a:hlink>
        <a:folHlink>
          <a:srgbClr val="CFBA7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네모의 미 2">
        <a:dk1>
          <a:srgbClr val="000000"/>
        </a:dk1>
        <a:lt1>
          <a:srgbClr val="FFFFFF"/>
        </a:lt1>
        <a:dk2>
          <a:srgbClr val="000066"/>
        </a:dk2>
        <a:lt2>
          <a:srgbClr val="969696"/>
        </a:lt2>
        <a:accent1>
          <a:srgbClr val="D26F5E"/>
        </a:accent1>
        <a:accent2>
          <a:srgbClr val="6164DF"/>
        </a:accent2>
        <a:accent3>
          <a:srgbClr val="FFFFFF"/>
        </a:accent3>
        <a:accent4>
          <a:srgbClr val="000000"/>
        </a:accent4>
        <a:accent5>
          <a:srgbClr val="E5BBB6"/>
        </a:accent5>
        <a:accent6>
          <a:srgbClr val="575ACA"/>
        </a:accent6>
        <a:hlink>
          <a:srgbClr val="FFCC66"/>
        </a:hlink>
        <a:folHlink>
          <a:srgbClr val="51AF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네모의 미 3">
        <a:dk1>
          <a:srgbClr val="000000"/>
        </a:dk1>
        <a:lt1>
          <a:srgbClr val="D8F1CD"/>
        </a:lt1>
        <a:dk2>
          <a:srgbClr val="003300"/>
        </a:dk2>
        <a:lt2>
          <a:srgbClr val="969696"/>
        </a:lt2>
        <a:accent1>
          <a:srgbClr val="FF9966"/>
        </a:accent1>
        <a:accent2>
          <a:srgbClr val="2F7171"/>
        </a:accent2>
        <a:accent3>
          <a:srgbClr val="E9F7E3"/>
        </a:accent3>
        <a:accent4>
          <a:srgbClr val="000000"/>
        </a:accent4>
        <a:accent5>
          <a:srgbClr val="FFCAB8"/>
        </a:accent5>
        <a:accent6>
          <a:srgbClr val="2A6666"/>
        </a:accent6>
        <a:hlink>
          <a:srgbClr val="32C69C"/>
        </a:hlink>
        <a:folHlink>
          <a:srgbClr val="B8AA9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네모의 미 4">
        <a:dk1>
          <a:srgbClr val="000000"/>
        </a:dk1>
        <a:lt1>
          <a:srgbClr val="CFE1F9"/>
        </a:lt1>
        <a:dk2>
          <a:srgbClr val="000066"/>
        </a:dk2>
        <a:lt2>
          <a:srgbClr val="969696"/>
        </a:lt2>
        <a:accent1>
          <a:srgbClr val="9966FF"/>
        </a:accent1>
        <a:accent2>
          <a:srgbClr val="6164DF"/>
        </a:accent2>
        <a:accent3>
          <a:srgbClr val="E4EEFB"/>
        </a:accent3>
        <a:accent4>
          <a:srgbClr val="000000"/>
        </a:accent4>
        <a:accent5>
          <a:srgbClr val="CAB8FF"/>
        </a:accent5>
        <a:accent6>
          <a:srgbClr val="575ACA"/>
        </a:accent6>
        <a:hlink>
          <a:srgbClr val="EBA9A9"/>
        </a:hlink>
        <a:folHlink>
          <a:srgbClr val="42A8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네모의 미 5">
        <a:dk1>
          <a:srgbClr val="000000"/>
        </a:dk1>
        <a:lt1>
          <a:srgbClr val="F6DB90"/>
        </a:lt1>
        <a:dk2>
          <a:srgbClr val="663300"/>
        </a:dk2>
        <a:lt2>
          <a:srgbClr val="969696"/>
        </a:lt2>
        <a:accent1>
          <a:srgbClr val="99CC00"/>
        </a:accent1>
        <a:accent2>
          <a:srgbClr val="5F50BA"/>
        </a:accent2>
        <a:accent3>
          <a:srgbClr val="FAEAC6"/>
        </a:accent3>
        <a:accent4>
          <a:srgbClr val="000000"/>
        </a:accent4>
        <a:accent5>
          <a:srgbClr val="CAE2AA"/>
        </a:accent5>
        <a:accent6>
          <a:srgbClr val="5548A8"/>
        </a:accent6>
        <a:hlink>
          <a:srgbClr val="C57233"/>
        </a:hlink>
        <a:folHlink>
          <a:srgbClr val="BAAD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네모의 미 6">
        <a:dk1>
          <a:srgbClr val="000000"/>
        </a:dk1>
        <a:lt1>
          <a:srgbClr val="EAEAEA"/>
        </a:lt1>
        <a:dk2>
          <a:srgbClr val="000000"/>
        </a:dk2>
        <a:lt2>
          <a:srgbClr val="B2B2B2"/>
        </a:lt2>
        <a:accent1>
          <a:srgbClr val="B2B2B2"/>
        </a:accent1>
        <a:accent2>
          <a:srgbClr val="777777"/>
        </a:accent2>
        <a:accent3>
          <a:srgbClr val="F3F3F3"/>
        </a:accent3>
        <a:accent4>
          <a:srgbClr val="000000"/>
        </a:accent4>
        <a:accent5>
          <a:srgbClr val="D5D5D5"/>
        </a:accent5>
        <a:accent6>
          <a:srgbClr val="6B6B6B"/>
        </a:accent6>
        <a:hlink>
          <a:srgbClr val="96969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네모의 미</Template>
  <TotalTime>4199</TotalTime>
  <Words>1523</Words>
  <Application>Microsoft Macintosh PowerPoint</Application>
  <PresentationFormat>화면 슬라이드 쇼(4:3)</PresentationFormat>
  <Paragraphs>224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9" baseType="lpstr">
      <vt:lpstr>굴림</vt:lpstr>
      <vt:lpstr>Arial</vt:lpstr>
      <vt:lpstr>Wingdings</vt:lpstr>
      <vt:lpstr>맑은 고딕</vt:lpstr>
      <vt:lpstr>Courier New</vt:lpstr>
      <vt:lpstr>네모의 미</vt:lpstr>
      <vt:lpstr>Lecture 6 : Template</vt:lpstr>
      <vt:lpstr>Function Template</vt:lpstr>
      <vt:lpstr>Function Template</vt:lpstr>
      <vt:lpstr>Function Template Instantiation</vt:lpstr>
      <vt:lpstr>More than one argument</vt:lpstr>
      <vt:lpstr>Class Templates</vt:lpstr>
      <vt:lpstr>Class templates</vt:lpstr>
      <vt:lpstr>Class templates : List_Node</vt:lpstr>
      <vt:lpstr>Class Templates : List</vt:lpstr>
      <vt:lpstr>Class Templates : List Example</vt:lpstr>
      <vt:lpstr>Difference between  class &amp; function templates</vt:lpstr>
      <vt:lpstr>Common Errors</vt:lpstr>
      <vt:lpstr>Exercise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 System (English-Only Lecture)</dc:title>
  <dc:creator>손호경</dc:creator>
  <cp:lastModifiedBy>Bong-Soo Sohn</cp:lastModifiedBy>
  <cp:revision>283</cp:revision>
  <dcterms:created xsi:type="dcterms:W3CDTF">2008-03-06T00:32:01Z</dcterms:created>
  <dcterms:modified xsi:type="dcterms:W3CDTF">2026-10-27T06:11:55Z</dcterms:modified>
</cp:coreProperties>
</file>